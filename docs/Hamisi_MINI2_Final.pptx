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media/image11.svg" ContentType="image/svg+xml"/>
  <Override PartName="/ppt/media/image13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28"/>
  </p:notesMasterIdLst>
  <p:sldIdLst>
    <p:sldId id="256" r:id="rId2"/>
    <p:sldId id="258" r:id="rId3"/>
    <p:sldId id="259" r:id="rId4"/>
    <p:sldId id="260" r:id="rId5"/>
    <p:sldId id="261" r:id="rId6"/>
    <p:sldId id="263" r:id="rId7"/>
    <p:sldId id="301" r:id="rId8"/>
    <p:sldId id="267" r:id="rId9"/>
    <p:sldId id="275" r:id="rId10"/>
    <p:sldId id="269" r:id="rId11"/>
    <p:sldId id="276" r:id="rId12"/>
    <p:sldId id="271" r:id="rId13"/>
    <p:sldId id="272" r:id="rId14"/>
    <p:sldId id="279" r:id="rId15"/>
    <p:sldId id="281" r:id="rId16"/>
    <p:sldId id="309" r:id="rId17"/>
    <p:sldId id="289" r:id="rId18"/>
    <p:sldId id="293" r:id="rId19"/>
    <p:sldId id="302" r:id="rId20"/>
    <p:sldId id="303" r:id="rId21"/>
    <p:sldId id="304" r:id="rId22"/>
    <p:sldId id="305" r:id="rId23"/>
    <p:sldId id="306" r:id="rId24"/>
    <p:sldId id="307" r:id="rId25"/>
    <p:sldId id="308" r:id="rId26"/>
    <p:sldId id="265" r:id="rId27"/>
    <p:sldId id="310" r:id="rId35"/>
    <p:sldId id="311" r:id="rId36"/>
    <p:sldId id="312" r:id="rId37"/>
    <p:sldId id="313" r:id="rId38"/>
    <p:sldId id="314" r:id="rId39"/>
    <p:sldId id="315" r:id="rId40"/>
    <p:sldId id="316" r:id="rId41"/>
    <p:sldId id="317" r:id="rId42"/>
    <p:sldId id="318" r:id="rId43"/>
    <p:sldId id="319" r:id="rId44"/>
    <p:sldId id="320" r:id="rId45"/>
    <p:sldId id="321" r:id="rId46"/>
    <p:sldId id="322" r:id="rId47"/>
    <p:sldId id="323" r:id="rId48"/>
    <p:sldId id="324" r:id="rId49"/>
    <p:sldId id="325" r:id="rId50"/>
    <p:sldId id="326" r:id="rId51"/>
    <p:sldId id="327" r:id="rId52"/>
    <p:sldId id="328" r:id="rId53"/>
    <p:sldId id="329" r:id="rId54"/>
    <p:sldId id="330" r:id="rId55"/>
    <p:sldId id="331" r:id="rId56"/>
    <p:sldId id="332" r:id="rId57"/>
    <p:sldId id="333" r:id="rId58"/>
    <p:sldId id="334" r:id="rId59"/>
  </p:sldIdLst>
  <p:sldSz cx="18288000" cy="10287000"/>
  <p:notesSz cx="6858000" cy="9144000"/>
  <p:embeddedFontLst>
    <p:embeddedFont>
      <p:font typeface="Proxima Nova Bold" panose="020B0604020202020204" charset="0"/>
      <p:regular r:id="rId2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3" autoAdjust="0"/>
    <p:restoredTop sz="94233" autoAdjust="0"/>
  </p:normalViewPr>
  <p:slideViewPr>
    <p:cSldViewPr>
      <p:cViewPr varScale="1">
        <p:scale>
          <a:sx n="44" d="100"/>
          <a:sy n="44" d="100"/>
        </p:scale>
        <p:origin x="597" y="6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notesMaster" Target="notesMasters/notesMaster1.xml"/><Relationship Id="rId29" Type="http://schemas.openxmlformats.org/officeDocument/2006/relationships/font" Target="fonts/font1.fntdata"/><Relationship Id="rId30" Type="http://schemas.openxmlformats.org/officeDocument/2006/relationships/presProps" Target="presProps.xml"/><Relationship Id="rId31" Type="http://schemas.openxmlformats.org/officeDocument/2006/relationships/viewProps" Target="viewProps.xml"/><Relationship Id="rId32" Type="http://schemas.openxmlformats.org/officeDocument/2006/relationships/theme" Target="theme/theme1.xml"/><Relationship Id="rId33" Type="http://schemas.openxmlformats.org/officeDocument/2006/relationships/tableStyles" Target="tableStyles.xml"/><Relationship Id="rId34" Type="http://schemas.microsoft.com/office/2016/11/relationships/changesInfo" Target="changesInfos/changesInfo1.xml"/><Relationship Id="rId35" Type="http://schemas.openxmlformats.org/officeDocument/2006/relationships/slide" Target="slides/slide27.xml"/><Relationship Id="rId36" Type="http://schemas.openxmlformats.org/officeDocument/2006/relationships/slide" Target="slides/slide28.xml"/><Relationship Id="rId37" Type="http://schemas.openxmlformats.org/officeDocument/2006/relationships/slide" Target="slides/slide29.xml"/><Relationship Id="rId38" Type="http://schemas.openxmlformats.org/officeDocument/2006/relationships/slide" Target="slides/slide30.xml"/><Relationship Id="rId39" Type="http://schemas.openxmlformats.org/officeDocument/2006/relationships/slide" Target="slides/slide31.xml"/><Relationship Id="rId40" Type="http://schemas.openxmlformats.org/officeDocument/2006/relationships/slide" Target="slides/slide32.xml"/><Relationship Id="rId41" Type="http://schemas.openxmlformats.org/officeDocument/2006/relationships/slide" Target="slides/slide33.xml"/><Relationship Id="rId42" Type="http://schemas.openxmlformats.org/officeDocument/2006/relationships/slide" Target="slides/slide34.xml"/><Relationship Id="rId43" Type="http://schemas.openxmlformats.org/officeDocument/2006/relationships/slide" Target="slides/slide35.xml"/><Relationship Id="rId44" Type="http://schemas.openxmlformats.org/officeDocument/2006/relationships/slide" Target="slides/slide36.xml"/><Relationship Id="rId45" Type="http://schemas.openxmlformats.org/officeDocument/2006/relationships/slide" Target="slides/slide37.xml"/><Relationship Id="rId46" Type="http://schemas.openxmlformats.org/officeDocument/2006/relationships/slide" Target="slides/slide38.xml"/><Relationship Id="rId47" Type="http://schemas.openxmlformats.org/officeDocument/2006/relationships/slide" Target="slides/slide39.xml"/><Relationship Id="rId48" Type="http://schemas.openxmlformats.org/officeDocument/2006/relationships/slide" Target="slides/slide40.xml"/><Relationship Id="rId49" Type="http://schemas.openxmlformats.org/officeDocument/2006/relationships/slide" Target="slides/slide41.xml"/><Relationship Id="rId50" Type="http://schemas.openxmlformats.org/officeDocument/2006/relationships/slide" Target="slides/slide42.xml"/><Relationship Id="rId51" Type="http://schemas.openxmlformats.org/officeDocument/2006/relationships/slide" Target="slides/slide43.xml"/><Relationship Id="rId52" Type="http://schemas.openxmlformats.org/officeDocument/2006/relationships/slide" Target="slides/slide44.xml"/><Relationship Id="rId53" Type="http://schemas.openxmlformats.org/officeDocument/2006/relationships/slide" Target="slides/slide45.xml"/><Relationship Id="rId54" Type="http://schemas.openxmlformats.org/officeDocument/2006/relationships/slide" Target="slides/slide46.xml"/><Relationship Id="rId55" Type="http://schemas.openxmlformats.org/officeDocument/2006/relationships/slide" Target="slides/slide47.xml"/><Relationship Id="rId56" Type="http://schemas.openxmlformats.org/officeDocument/2006/relationships/slide" Target="slides/slide48.xml"/><Relationship Id="rId57" Type="http://schemas.openxmlformats.org/officeDocument/2006/relationships/slide" Target="slides/slide49.xml"/><Relationship Id="rId58" Type="http://schemas.openxmlformats.org/officeDocument/2006/relationships/slide" Target="slides/slide50.xml"/><Relationship Id="rId59" Type="http://schemas.openxmlformats.org/officeDocument/2006/relationships/slide" Target="slides/slide5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habilu hamisi" userId="23a8ef24152e94a8" providerId="LiveId" clId="{29F16741-6BAB-411C-8EC5-AFE329CAC43E}"/>
    <pc:docChg chg="undo redo custSel addSld delSld modSld sldOrd">
      <pc:chgData name="shabilu hamisi" userId="23a8ef24152e94a8" providerId="LiveId" clId="{29F16741-6BAB-411C-8EC5-AFE329CAC43E}" dt="2026-05-20T19:07:10.394" v="4348" actId="1076"/>
      <pc:docMkLst>
        <pc:docMk/>
      </pc:docMkLst>
      <pc:sldChg chg="addSp delSp modSp mod modTransition addAnim delAnim modAnim chgLayout">
        <pc:chgData name="shabilu hamisi" userId="23a8ef24152e94a8" providerId="LiveId" clId="{29F16741-6BAB-411C-8EC5-AFE329CAC43E}" dt="2026-05-20T18:58:55.500" v="4329" actId="20577"/>
        <pc:sldMkLst>
          <pc:docMk/>
          <pc:sldMk cId="0" sldId="256"/>
        </pc:sldMkLst>
        <pc:spChg chg="del">
          <ac:chgData name="shabilu hamisi" userId="23a8ef24152e94a8" providerId="LiveId" clId="{29F16741-6BAB-411C-8EC5-AFE329CAC43E}" dt="2026-05-20T14:45:16.587" v="3747" actId="478"/>
          <ac:spMkLst>
            <pc:docMk/>
            <pc:sldMk cId="0" sldId="256"/>
            <ac:spMk id="2" creationId="{00000000-0000-0000-0000-000000000000}"/>
          </ac:spMkLst>
        </pc:spChg>
        <pc:spChg chg="del">
          <ac:chgData name="shabilu hamisi" userId="23a8ef24152e94a8" providerId="LiveId" clId="{29F16741-6BAB-411C-8EC5-AFE329CAC43E}" dt="2026-05-20T14:45:09.095" v="3744" actId="478"/>
          <ac:spMkLst>
            <pc:docMk/>
            <pc:sldMk cId="0" sldId="256"/>
            <ac:spMk id="3" creationId="{00000000-0000-0000-0000-000000000000}"/>
          </ac:spMkLst>
        </pc:spChg>
        <pc:spChg chg="del">
          <ac:chgData name="shabilu hamisi" userId="23a8ef24152e94a8" providerId="LiveId" clId="{29F16741-6BAB-411C-8EC5-AFE329CAC43E}" dt="2026-05-20T14:45:06.595" v="3743" actId="478"/>
          <ac:spMkLst>
            <pc:docMk/>
            <pc:sldMk cId="0" sldId="256"/>
            <ac:spMk id="4" creationId="{00000000-0000-0000-0000-000000000000}"/>
          </ac:spMkLst>
        </pc:spChg>
        <pc:spChg chg="del">
          <ac:chgData name="shabilu hamisi" userId="23a8ef24152e94a8" providerId="LiveId" clId="{29F16741-6BAB-411C-8EC5-AFE329CAC43E}" dt="2026-05-20T14:45:14.353" v="3746" actId="478"/>
          <ac:spMkLst>
            <pc:docMk/>
            <pc:sldMk cId="0" sldId="256"/>
            <ac:spMk id="5" creationId="{00000000-0000-0000-0000-000000000000}"/>
          </ac:spMkLst>
        </pc:spChg>
        <pc:spChg chg="add del mod">
          <ac:chgData name="shabilu hamisi" userId="23a8ef24152e94a8" providerId="LiveId" clId="{29F16741-6BAB-411C-8EC5-AFE329CAC43E}" dt="2026-05-20T14:44:54.774" v="3740"/>
          <ac:spMkLst>
            <pc:docMk/>
            <pc:sldMk cId="0" sldId="256"/>
            <ac:spMk id="15" creationId="{0ECC6770-7442-3C71-6C8D-15C3CA8542AB}"/>
          </ac:spMkLst>
        </pc:spChg>
        <pc:grpChg chg="del">
          <ac:chgData name="shabilu hamisi" userId="23a8ef24152e94a8" providerId="LiveId" clId="{29F16741-6BAB-411C-8EC5-AFE329CAC43E}" dt="2026-05-20T14:45:11.994" v="3745" actId="478"/>
          <ac:grpSpMkLst>
            <pc:docMk/>
            <pc:sldMk cId="0" sldId="256"/>
            <ac:grpSpMk id="6" creationId="{00000000-0000-0000-0000-000000000000}"/>
          </ac:grpSpMkLst>
        </pc:grpChg>
        <pc:grpChg chg="del">
          <ac:chgData name="shabilu hamisi" userId="23a8ef24152e94a8" providerId="LiveId" clId="{29F16741-6BAB-411C-8EC5-AFE329CAC43E}" dt="2026-05-20T14:45:03.361" v="3742" actId="478"/>
          <ac:grpSpMkLst>
            <pc:docMk/>
            <pc:sldMk cId="0" sldId="256"/>
            <ac:grpSpMk id="9" creationId="{00000000-0000-0000-0000-000000000000}"/>
          </ac:grpSpMkLst>
        </pc:grpChg>
        <pc:graphicFrameChg chg="add mod modGraphic">
          <ac:chgData name="shabilu hamisi" userId="23a8ef24152e94a8" providerId="LiveId" clId="{29F16741-6BAB-411C-8EC5-AFE329CAC43E}" dt="2026-05-20T18:58:55.500" v="4329" actId="20577"/>
          <ac:graphicFrameMkLst>
            <pc:docMk/>
            <pc:sldMk cId="0" sldId="256"/>
            <ac:graphicFrameMk id="14" creationId="{00EB9F6C-1875-4C81-BB43-47D04F15730D}"/>
          </ac:graphicFrameMkLst>
        </pc:graphicFrameChg>
        <pc:picChg chg="del mod">
          <ac:chgData name="shabilu hamisi" userId="23a8ef24152e94a8" providerId="LiveId" clId="{29F16741-6BAB-411C-8EC5-AFE329CAC43E}" dt="2026-05-20T14:45:01.299" v="3741" actId="478"/>
          <ac:picMkLst>
            <pc:docMk/>
            <pc:sldMk cId="0" sldId="256"/>
            <ac:picMk id="1026" creationId="{402C53A6-ECD0-4149-31E7-E36C75B3F89E}"/>
          </ac:picMkLst>
        </pc:picChg>
      </pc:sldChg>
      <pc:sldChg chg="del modTransition modAnim">
        <pc:chgData name="shabilu hamisi" userId="23a8ef24152e94a8" providerId="LiveId" clId="{29F16741-6BAB-411C-8EC5-AFE329CAC43E}" dt="2026-03-22T19:58:27.753" v="1773" actId="2696"/>
        <pc:sldMkLst>
          <pc:docMk/>
          <pc:sldMk cId="0" sldId="257"/>
        </pc:sldMkLst>
      </pc:sldChg>
      <pc:sldChg chg="addSp delSp modSp mod modTransition modAnim">
        <pc:chgData name="shabilu hamisi" userId="23a8ef24152e94a8" providerId="LiveId" clId="{29F16741-6BAB-411C-8EC5-AFE329CAC43E}" dt="2026-05-20T18:54:40.314" v="4287" actId="478"/>
        <pc:sldMkLst>
          <pc:docMk/>
          <pc:sldMk cId="0" sldId="258"/>
        </pc:sldMkLst>
        <pc:spChg chg="del">
          <ac:chgData name="shabilu hamisi" userId="23a8ef24152e94a8" providerId="LiveId" clId="{29F16741-6BAB-411C-8EC5-AFE329CAC43E}" dt="2026-05-20T14:45:50.485" v="3751" actId="478"/>
          <ac:spMkLst>
            <pc:docMk/>
            <pc:sldMk cId="0" sldId="258"/>
            <ac:spMk id="2" creationId="{00000000-0000-0000-0000-000000000000}"/>
          </ac:spMkLst>
        </pc:spChg>
        <pc:spChg chg="del">
          <ac:chgData name="shabilu hamisi" userId="23a8ef24152e94a8" providerId="LiveId" clId="{29F16741-6BAB-411C-8EC5-AFE329CAC43E}" dt="2026-05-20T14:45:48.328" v="3750" actId="478"/>
          <ac:spMkLst>
            <pc:docMk/>
            <pc:sldMk cId="0" sldId="258"/>
            <ac:spMk id="3" creationId="{00000000-0000-0000-0000-000000000000}"/>
          </ac:spMkLst>
        </pc:spChg>
        <pc:spChg chg="del">
          <ac:chgData name="shabilu hamisi" userId="23a8ef24152e94a8" providerId="LiveId" clId="{29F16741-6BAB-411C-8EC5-AFE329CAC43E}" dt="2026-05-20T14:45:57.383" v="3752" actId="478"/>
          <ac:spMkLst>
            <pc:docMk/>
            <pc:sldMk cId="0" sldId="258"/>
            <ac:spMk id="6" creationId="{00000000-0000-0000-0000-000000000000}"/>
          </ac:spMkLst>
        </pc:spChg>
        <pc:spChg chg="del">
          <ac:chgData name="shabilu hamisi" userId="23a8ef24152e94a8" providerId="LiveId" clId="{29F16741-6BAB-411C-8EC5-AFE329CAC43E}" dt="2026-05-20T14:45:59.446" v="3753" actId="478"/>
          <ac:spMkLst>
            <pc:docMk/>
            <pc:sldMk cId="0" sldId="258"/>
            <ac:spMk id="7" creationId="{00000000-0000-0000-0000-000000000000}"/>
          </ac:spMkLst>
        </pc:spChg>
        <pc:spChg chg="del">
          <ac:chgData name="shabilu hamisi" userId="23a8ef24152e94a8" providerId="LiveId" clId="{29F16741-6BAB-411C-8EC5-AFE329CAC43E}" dt="2026-05-20T14:45:57.383" v="3752" actId="478"/>
          <ac:spMkLst>
            <pc:docMk/>
            <pc:sldMk cId="0" sldId="258"/>
            <ac:spMk id="11" creationId="{00000000-0000-0000-0000-000000000000}"/>
          </ac:spMkLst>
        </pc:spChg>
        <pc:spChg chg="del">
          <ac:chgData name="shabilu hamisi" userId="23a8ef24152e94a8" providerId="LiveId" clId="{29F16741-6BAB-411C-8EC5-AFE329CAC43E}" dt="2026-05-20T14:45:46.109" v="3749" actId="478"/>
          <ac:spMkLst>
            <pc:docMk/>
            <pc:sldMk cId="0" sldId="258"/>
            <ac:spMk id="12" creationId="{00000000-0000-0000-0000-000000000000}"/>
          </ac:spMkLst>
        </pc:spChg>
        <pc:spChg chg="add mod">
          <ac:chgData name="shabilu hamisi" userId="23a8ef24152e94a8" providerId="LiveId" clId="{29F16741-6BAB-411C-8EC5-AFE329CAC43E}" dt="2026-05-20T15:06:22.384" v="3778" actId="20577"/>
          <ac:spMkLst>
            <pc:docMk/>
            <pc:sldMk cId="0" sldId="258"/>
            <ac:spMk id="19" creationId="{5C8AFACA-9297-932B-D0ED-C5839CB1594D}"/>
          </ac:spMkLst>
        </pc:spChg>
        <pc:grpChg chg="del">
          <ac:chgData name="shabilu hamisi" userId="23a8ef24152e94a8" providerId="LiveId" clId="{29F16741-6BAB-411C-8EC5-AFE329CAC43E}" dt="2026-05-20T14:45:57.383" v="3752" actId="478"/>
          <ac:grpSpMkLst>
            <pc:docMk/>
            <pc:sldMk cId="0" sldId="258"/>
            <ac:grpSpMk id="8" creationId="{00000000-0000-0000-0000-000000000000}"/>
          </ac:grpSpMkLst>
        </pc:grpChg>
        <pc:grpChg chg="del">
          <ac:chgData name="shabilu hamisi" userId="23a8ef24152e94a8" providerId="LiveId" clId="{29F16741-6BAB-411C-8EC5-AFE329CAC43E}" dt="2026-05-20T18:54:40.314" v="4287" actId="478"/>
          <ac:grpSpMkLst>
            <pc:docMk/>
            <pc:sldMk cId="0" sldId="258"/>
            <ac:grpSpMk id="13" creationId="{00000000-0000-0000-0000-000000000000}"/>
          </ac:grpSpMkLst>
        </pc:grpChg>
      </pc:sldChg>
      <pc:sldChg chg="addSp delSp modSp mod modTransition delAnim modAnim modNotesTx">
        <pc:chgData name="shabilu hamisi" userId="23a8ef24152e94a8" providerId="LiveId" clId="{29F16741-6BAB-411C-8EC5-AFE329CAC43E}" dt="2026-05-20T18:54:45.283" v="4288" actId="478"/>
        <pc:sldMkLst>
          <pc:docMk/>
          <pc:sldMk cId="0" sldId="259"/>
        </pc:sldMkLst>
        <pc:spChg chg="del">
          <ac:chgData name="shabilu hamisi" userId="23a8ef24152e94a8" providerId="LiveId" clId="{29F16741-6BAB-411C-8EC5-AFE329CAC43E}" dt="2026-05-20T15:18:00.204" v="3818" actId="478"/>
          <ac:spMkLst>
            <pc:docMk/>
            <pc:sldMk cId="0" sldId="259"/>
            <ac:spMk id="2" creationId="{00000000-0000-0000-0000-000000000000}"/>
          </ac:spMkLst>
        </pc:spChg>
        <pc:spChg chg="del">
          <ac:chgData name="shabilu hamisi" userId="23a8ef24152e94a8" providerId="LiveId" clId="{29F16741-6BAB-411C-8EC5-AFE329CAC43E}" dt="2026-05-20T15:17:54.407" v="3816" actId="478"/>
          <ac:spMkLst>
            <pc:docMk/>
            <pc:sldMk cId="0" sldId="259"/>
            <ac:spMk id="3" creationId="{00000000-0000-0000-0000-000000000000}"/>
          </ac:spMkLst>
        </pc:spChg>
        <pc:spChg chg="del">
          <ac:chgData name="shabilu hamisi" userId="23a8ef24152e94a8" providerId="LiveId" clId="{29F16741-6BAB-411C-8EC5-AFE329CAC43E}" dt="2026-05-20T15:17:47.283" v="3814" actId="478"/>
          <ac:spMkLst>
            <pc:docMk/>
            <pc:sldMk cId="0" sldId="259"/>
            <ac:spMk id="4" creationId="{00000000-0000-0000-0000-000000000000}"/>
          </ac:spMkLst>
        </pc:spChg>
        <pc:spChg chg="del">
          <ac:chgData name="shabilu hamisi" userId="23a8ef24152e94a8" providerId="LiveId" clId="{29F16741-6BAB-411C-8EC5-AFE329CAC43E}" dt="2026-05-20T15:17:44.603" v="3813" actId="478"/>
          <ac:spMkLst>
            <pc:docMk/>
            <pc:sldMk cId="0" sldId="259"/>
            <ac:spMk id="5" creationId="{00000000-0000-0000-0000-000000000000}"/>
          </ac:spMkLst>
        </pc:spChg>
        <pc:spChg chg="del">
          <ac:chgData name="shabilu hamisi" userId="23a8ef24152e94a8" providerId="LiveId" clId="{29F16741-6BAB-411C-8EC5-AFE329CAC43E}" dt="2026-05-20T15:17:42.166" v="3812" actId="478"/>
          <ac:spMkLst>
            <pc:docMk/>
            <pc:sldMk cId="0" sldId="259"/>
            <ac:spMk id="9" creationId="{00000000-0000-0000-0000-000000000000}"/>
          </ac:spMkLst>
        </pc:spChg>
        <pc:spChg chg="del">
          <ac:chgData name="shabilu hamisi" userId="23a8ef24152e94a8" providerId="LiveId" clId="{29F16741-6BAB-411C-8EC5-AFE329CAC43E}" dt="2026-05-20T15:17:56.517" v="3817" actId="478"/>
          <ac:spMkLst>
            <pc:docMk/>
            <pc:sldMk cId="0" sldId="259"/>
            <ac:spMk id="10" creationId="{00000000-0000-0000-0000-000000000000}"/>
          </ac:spMkLst>
        </pc:spChg>
        <pc:spChg chg="add">
          <ac:chgData name="shabilu hamisi" userId="23a8ef24152e94a8" providerId="LiveId" clId="{29F16741-6BAB-411C-8EC5-AFE329CAC43E}" dt="2026-05-20T15:15:44.678" v="3779"/>
          <ac:spMkLst>
            <pc:docMk/>
            <pc:sldMk cId="0" sldId="259"/>
            <ac:spMk id="14" creationId="{50814AC5-B543-0385-D5DA-764A6E2FC468}"/>
          </ac:spMkLst>
        </pc:spChg>
        <pc:spChg chg="add">
          <ac:chgData name="shabilu hamisi" userId="23a8ef24152e94a8" providerId="LiveId" clId="{29F16741-6BAB-411C-8EC5-AFE329CAC43E}" dt="2026-05-20T15:15:51.348" v="3781"/>
          <ac:spMkLst>
            <pc:docMk/>
            <pc:sldMk cId="0" sldId="259"/>
            <ac:spMk id="15" creationId="{5A349204-9E72-13DB-4014-F8D51BD4934C}"/>
          </ac:spMkLst>
        </pc:spChg>
        <pc:spChg chg="add mod">
          <ac:chgData name="shabilu hamisi" userId="23a8ef24152e94a8" providerId="LiveId" clId="{29F16741-6BAB-411C-8EC5-AFE329CAC43E}" dt="2026-05-20T15:15:54.430" v="3783"/>
          <ac:spMkLst>
            <pc:docMk/>
            <pc:sldMk cId="0" sldId="259"/>
            <ac:spMk id="16" creationId="{403FA003-8115-5618-0A2E-719D148DBFC1}"/>
          </ac:spMkLst>
        </pc:spChg>
        <pc:spChg chg="del mod">
          <ac:chgData name="shabilu hamisi" userId="23a8ef24152e94a8" providerId="LiveId" clId="{29F16741-6BAB-411C-8EC5-AFE329CAC43E}" dt="2026-05-20T15:17:39.213" v="3811"/>
          <ac:spMkLst>
            <pc:docMk/>
            <pc:sldMk cId="0" sldId="259"/>
            <ac:spMk id="17" creationId="{00000000-0000-0000-0000-000000000000}"/>
          </ac:spMkLst>
        </pc:spChg>
        <pc:spChg chg="add mod">
          <ac:chgData name="shabilu hamisi" userId="23a8ef24152e94a8" providerId="LiveId" clId="{29F16741-6BAB-411C-8EC5-AFE329CAC43E}" dt="2026-05-20T15:17:31.041" v="3809" actId="12"/>
          <ac:spMkLst>
            <pc:docMk/>
            <pc:sldMk cId="0" sldId="259"/>
            <ac:spMk id="18" creationId="{56379A73-E332-A17B-B07F-BE3F5D5C2E44}"/>
          </ac:spMkLst>
        </pc:spChg>
        <pc:grpChg chg="del">
          <ac:chgData name="shabilu hamisi" userId="23a8ef24152e94a8" providerId="LiveId" clId="{29F16741-6BAB-411C-8EC5-AFE329CAC43E}" dt="2026-05-20T15:17:49.642" v="3815" actId="478"/>
          <ac:grpSpMkLst>
            <pc:docMk/>
            <pc:sldMk cId="0" sldId="259"/>
            <ac:grpSpMk id="6" creationId="{00000000-0000-0000-0000-000000000000}"/>
          </ac:grpSpMkLst>
        </pc:grpChg>
        <pc:grpChg chg="del">
          <ac:chgData name="shabilu hamisi" userId="23a8ef24152e94a8" providerId="LiveId" clId="{29F16741-6BAB-411C-8EC5-AFE329CAC43E}" dt="2026-05-20T18:54:45.283" v="4288" actId="478"/>
          <ac:grpSpMkLst>
            <pc:docMk/>
            <pc:sldMk cId="0" sldId="259"/>
            <ac:grpSpMk id="11" creationId="{00000000-0000-0000-0000-000000000000}"/>
          </ac:grpSpMkLst>
        </pc:grpChg>
      </pc:sldChg>
      <pc:sldChg chg="delSp modSp mod modTransition modAnim">
        <pc:chgData name="shabilu hamisi" userId="23a8ef24152e94a8" providerId="LiveId" clId="{29F16741-6BAB-411C-8EC5-AFE329CAC43E}" dt="2026-05-20T15:33:45.296" v="3889" actId="478"/>
        <pc:sldMkLst>
          <pc:docMk/>
          <pc:sldMk cId="0" sldId="260"/>
        </pc:sldMkLst>
        <pc:spChg chg="del">
          <ac:chgData name="shabilu hamisi" userId="23a8ef24152e94a8" providerId="LiveId" clId="{29F16741-6BAB-411C-8EC5-AFE329CAC43E}" dt="2026-05-20T15:33:29.172" v="3886" actId="478"/>
          <ac:spMkLst>
            <pc:docMk/>
            <pc:sldMk cId="0" sldId="260"/>
            <ac:spMk id="2" creationId="{00000000-0000-0000-0000-000000000000}"/>
          </ac:spMkLst>
        </pc:spChg>
        <pc:spChg chg="del">
          <ac:chgData name="shabilu hamisi" userId="23a8ef24152e94a8" providerId="LiveId" clId="{29F16741-6BAB-411C-8EC5-AFE329CAC43E}" dt="2026-05-20T15:33:29.172" v="3886" actId="478"/>
          <ac:spMkLst>
            <pc:docMk/>
            <pc:sldMk cId="0" sldId="260"/>
            <ac:spMk id="3" creationId="{00000000-0000-0000-0000-000000000000}"/>
          </ac:spMkLst>
        </pc:spChg>
        <pc:spChg chg="del">
          <ac:chgData name="shabilu hamisi" userId="23a8ef24152e94a8" providerId="LiveId" clId="{29F16741-6BAB-411C-8EC5-AFE329CAC43E}" dt="2026-05-20T15:33:38.437" v="3888" actId="478"/>
          <ac:spMkLst>
            <pc:docMk/>
            <pc:sldMk cId="0" sldId="260"/>
            <ac:spMk id="4" creationId="{00000000-0000-0000-0000-000000000000}"/>
          </ac:spMkLst>
        </pc:spChg>
        <pc:spChg chg="del">
          <ac:chgData name="shabilu hamisi" userId="23a8ef24152e94a8" providerId="LiveId" clId="{29F16741-6BAB-411C-8EC5-AFE329CAC43E}" dt="2026-05-20T15:33:38.437" v="3888" actId="478"/>
          <ac:spMkLst>
            <pc:docMk/>
            <pc:sldMk cId="0" sldId="260"/>
            <ac:spMk id="5" creationId="{00000000-0000-0000-0000-000000000000}"/>
          </ac:spMkLst>
        </pc:spChg>
        <pc:spChg chg="del">
          <ac:chgData name="shabilu hamisi" userId="23a8ef24152e94a8" providerId="LiveId" clId="{29F16741-6BAB-411C-8EC5-AFE329CAC43E}" dt="2026-05-20T15:33:38.437" v="3888" actId="478"/>
          <ac:spMkLst>
            <pc:docMk/>
            <pc:sldMk cId="0" sldId="260"/>
            <ac:spMk id="9" creationId="{00000000-0000-0000-0000-000000000000}"/>
          </ac:spMkLst>
        </pc:spChg>
        <pc:spChg chg="del">
          <ac:chgData name="shabilu hamisi" userId="23a8ef24152e94a8" providerId="LiveId" clId="{29F16741-6BAB-411C-8EC5-AFE329CAC43E}" dt="2026-05-20T15:33:29.172" v="3886" actId="478"/>
          <ac:spMkLst>
            <pc:docMk/>
            <pc:sldMk cId="0" sldId="260"/>
            <ac:spMk id="10" creationId="{00000000-0000-0000-0000-000000000000}"/>
          </ac:spMkLst>
        </pc:spChg>
        <pc:spChg chg="mod">
          <ac:chgData name="shabilu hamisi" userId="23a8ef24152e94a8" providerId="LiveId" clId="{29F16741-6BAB-411C-8EC5-AFE329CAC43E}" dt="2026-05-20T15:19:36.670" v="3819" actId="21"/>
          <ac:spMkLst>
            <pc:docMk/>
            <pc:sldMk cId="0" sldId="260"/>
            <ac:spMk id="20" creationId="{00000000-0000-0000-0000-000000000000}"/>
          </ac:spMkLst>
        </pc:spChg>
        <pc:spChg chg="mod">
          <ac:chgData name="shabilu hamisi" userId="23a8ef24152e94a8" providerId="LiveId" clId="{29F16741-6BAB-411C-8EC5-AFE329CAC43E}" dt="2026-05-20T15:19:58.422" v="3824" actId="1076"/>
          <ac:spMkLst>
            <pc:docMk/>
            <pc:sldMk cId="0" sldId="260"/>
            <ac:spMk id="21" creationId="{00000000-0000-0000-0000-000000000000}"/>
          </ac:spMkLst>
        </pc:spChg>
        <pc:spChg chg="mod">
          <ac:chgData name="shabilu hamisi" userId="23a8ef24152e94a8" providerId="LiveId" clId="{29F16741-6BAB-411C-8EC5-AFE329CAC43E}" dt="2026-05-20T15:20:14.803" v="3828" actId="1076"/>
          <ac:spMkLst>
            <pc:docMk/>
            <pc:sldMk cId="0" sldId="260"/>
            <ac:spMk id="22" creationId="{00000000-0000-0000-0000-000000000000}"/>
          </ac:spMkLst>
        </pc:spChg>
        <pc:grpChg chg="del">
          <ac:chgData name="shabilu hamisi" userId="23a8ef24152e94a8" providerId="LiveId" clId="{29F16741-6BAB-411C-8EC5-AFE329CAC43E}" dt="2026-05-20T15:33:45.296" v="3889" actId="478"/>
          <ac:grpSpMkLst>
            <pc:docMk/>
            <pc:sldMk cId="0" sldId="260"/>
            <ac:grpSpMk id="6" creationId="{00000000-0000-0000-0000-000000000000}"/>
          </ac:grpSpMkLst>
        </pc:grpChg>
        <pc:grpChg chg="del">
          <ac:chgData name="shabilu hamisi" userId="23a8ef24152e94a8" providerId="LiveId" clId="{29F16741-6BAB-411C-8EC5-AFE329CAC43E}" dt="2026-05-20T15:33:32.016" v="3887" actId="478"/>
          <ac:grpSpMkLst>
            <pc:docMk/>
            <pc:sldMk cId="0" sldId="260"/>
            <ac:grpSpMk id="11" creationId="{00000000-0000-0000-0000-000000000000}"/>
          </ac:grpSpMkLst>
        </pc:grpChg>
        <pc:grpChg chg="mod">
          <ac:chgData name="shabilu hamisi" userId="23a8ef24152e94a8" providerId="LiveId" clId="{29F16741-6BAB-411C-8EC5-AFE329CAC43E}" dt="2026-05-20T15:20:22.827" v="3830" actId="1076"/>
          <ac:grpSpMkLst>
            <pc:docMk/>
            <pc:sldMk cId="0" sldId="260"/>
            <ac:grpSpMk id="15" creationId="{00000000-0000-0000-0000-000000000000}"/>
          </ac:grpSpMkLst>
        </pc:grpChg>
        <pc:grpChg chg="del mod">
          <ac:chgData name="shabilu hamisi" userId="23a8ef24152e94a8" providerId="LiveId" clId="{29F16741-6BAB-411C-8EC5-AFE329CAC43E}" dt="2026-05-20T15:20:00.510" v="3825" actId="478"/>
          <ac:grpSpMkLst>
            <pc:docMk/>
            <pc:sldMk cId="0" sldId="260"/>
            <ac:grpSpMk id="18" creationId="{00000000-0000-0000-0000-000000000000}"/>
          </ac:grpSpMkLst>
        </pc:grpChg>
      </pc:sldChg>
      <pc:sldChg chg="addSp delSp modSp mod modTransition modAnim">
        <pc:chgData name="shabilu hamisi" userId="23a8ef24152e94a8" providerId="LiveId" clId="{29F16741-6BAB-411C-8EC5-AFE329CAC43E}" dt="2026-05-20T15:33:16.047" v="3885" actId="478"/>
        <pc:sldMkLst>
          <pc:docMk/>
          <pc:sldMk cId="0" sldId="261"/>
        </pc:sldMkLst>
        <pc:spChg chg="del">
          <ac:chgData name="shabilu hamisi" userId="23a8ef24152e94a8" providerId="LiveId" clId="{29F16741-6BAB-411C-8EC5-AFE329CAC43E}" dt="2026-05-20T15:33:11.688" v="3884" actId="478"/>
          <ac:spMkLst>
            <pc:docMk/>
            <pc:sldMk cId="0" sldId="261"/>
            <ac:spMk id="2" creationId="{00000000-0000-0000-0000-000000000000}"/>
          </ac:spMkLst>
        </pc:spChg>
        <pc:spChg chg="del">
          <ac:chgData name="shabilu hamisi" userId="23a8ef24152e94a8" providerId="LiveId" clId="{29F16741-6BAB-411C-8EC5-AFE329CAC43E}" dt="2026-05-20T15:33:11.688" v="3884" actId="478"/>
          <ac:spMkLst>
            <pc:docMk/>
            <pc:sldMk cId="0" sldId="261"/>
            <ac:spMk id="3" creationId="{00000000-0000-0000-0000-000000000000}"/>
          </ac:spMkLst>
        </pc:spChg>
        <pc:spChg chg="del mod">
          <ac:chgData name="shabilu hamisi" userId="23a8ef24152e94a8" providerId="LiveId" clId="{29F16741-6BAB-411C-8EC5-AFE329CAC43E}" dt="2026-05-20T15:32:54.900" v="3881"/>
          <ac:spMkLst>
            <pc:docMk/>
            <pc:sldMk cId="0" sldId="261"/>
            <ac:spMk id="5" creationId="{00000000-0000-0000-0000-000000000000}"/>
          </ac:spMkLst>
        </pc:spChg>
        <pc:spChg chg="del">
          <ac:chgData name="shabilu hamisi" userId="23a8ef24152e94a8" providerId="LiveId" clId="{29F16741-6BAB-411C-8EC5-AFE329CAC43E}" dt="2026-05-20T15:33:03.595" v="3883" actId="478"/>
          <ac:spMkLst>
            <pc:docMk/>
            <pc:sldMk cId="0" sldId="261"/>
            <ac:spMk id="6" creationId="{00000000-0000-0000-0000-000000000000}"/>
          </ac:spMkLst>
        </pc:spChg>
        <pc:spChg chg="del">
          <ac:chgData name="shabilu hamisi" userId="23a8ef24152e94a8" providerId="LiveId" clId="{29F16741-6BAB-411C-8EC5-AFE329CAC43E}" dt="2026-05-20T15:33:03.595" v="3883" actId="478"/>
          <ac:spMkLst>
            <pc:docMk/>
            <pc:sldMk cId="0" sldId="261"/>
            <ac:spMk id="7" creationId="{00000000-0000-0000-0000-000000000000}"/>
          </ac:spMkLst>
        </pc:spChg>
        <pc:spChg chg="del">
          <ac:chgData name="shabilu hamisi" userId="23a8ef24152e94a8" providerId="LiveId" clId="{29F16741-6BAB-411C-8EC5-AFE329CAC43E}" dt="2026-05-20T15:33:03.595" v="3883" actId="478"/>
          <ac:spMkLst>
            <pc:docMk/>
            <pc:sldMk cId="0" sldId="261"/>
            <ac:spMk id="11" creationId="{00000000-0000-0000-0000-000000000000}"/>
          </ac:spMkLst>
        </pc:spChg>
        <pc:spChg chg="del">
          <ac:chgData name="shabilu hamisi" userId="23a8ef24152e94a8" providerId="LiveId" clId="{29F16741-6BAB-411C-8EC5-AFE329CAC43E}" dt="2026-05-20T15:33:11.688" v="3884" actId="478"/>
          <ac:spMkLst>
            <pc:docMk/>
            <pc:sldMk cId="0" sldId="261"/>
            <ac:spMk id="12" creationId="{00000000-0000-0000-0000-000000000000}"/>
          </ac:spMkLst>
        </pc:spChg>
        <pc:spChg chg="del mod">
          <ac:chgData name="shabilu hamisi" userId="23a8ef24152e94a8" providerId="LiveId" clId="{29F16741-6BAB-411C-8EC5-AFE329CAC43E}" dt="2026-05-20T15:22:53.361" v="3835" actId="478"/>
          <ac:spMkLst>
            <pc:docMk/>
            <pc:sldMk cId="0" sldId="261"/>
            <ac:spMk id="16" creationId="{00000000-0000-0000-0000-000000000000}"/>
          </ac:spMkLst>
        </pc:spChg>
        <pc:spChg chg="del mod">
          <ac:chgData name="shabilu hamisi" userId="23a8ef24152e94a8" providerId="LiveId" clId="{29F16741-6BAB-411C-8EC5-AFE329CAC43E}" dt="2026-05-20T15:25:22.485" v="3857" actId="478"/>
          <ac:spMkLst>
            <pc:docMk/>
            <pc:sldMk cId="0" sldId="261"/>
            <ac:spMk id="23" creationId="{00000000-0000-0000-0000-000000000000}"/>
          </ac:spMkLst>
        </pc:spChg>
        <pc:spChg chg="del mod">
          <ac:chgData name="shabilu hamisi" userId="23a8ef24152e94a8" providerId="LiveId" clId="{29F16741-6BAB-411C-8EC5-AFE329CAC43E}" dt="2026-05-20T15:22:43.243" v="3833" actId="478"/>
          <ac:spMkLst>
            <pc:docMk/>
            <pc:sldMk cId="0" sldId="261"/>
            <ac:spMk id="24" creationId="{00000000-0000-0000-0000-000000000000}"/>
          </ac:spMkLst>
        </pc:spChg>
        <pc:spChg chg="add">
          <ac:chgData name="shabilu hamisi" userId="23a8ef24152e94a8" providerId="LiveId" clId="{29F16741-6BAB-411C-8EC5-AFE329CAC43E}" dt="2026-05-20T15:31:55.186" v="3862"/>
          <ac:spMkLst>
            <pc:docMk/>
            <pc:sldMk cId="0" sldId="261"/>
            <ac:spMk id="25" creationId="{B0462DE2-7BF7-B2FC-43C9-68837EAB7033}"/>
          </ac:spMkLst>
        </pc:spChg>
        <pc:spChg chg="add mod">
          <ac:chgData name="shabilu hamisi" userId="23a8ef24152e94a8" providerId="LiveId" clId="{29F16741-6BAB-411C-8EC5-AFE329CAC43E}" dt="2026-05-20T15:32:51.228" v="3879" actId="404"/>
          <ac:spMkLst>
            <pc:docMk/>
            <pc:sldMk cId="0" sldId="261"/>
            <ac:spMk id="26" creationId="{86815FCE-8A11-FA50-1BD1-57410E56581B}"/>
          </ac:spMkLst>
        </pc:spChg>
        <pc:grpChg chg="del">
          <ac:chgData name="shabilu hamisi" userId="23a8ef24152e94a8" providerId="LiveId" clId="{29F16741-6BAB-411C-8EC5-AFE329CAC43E}" dt="2026-05-20T15:32:57.291" v="3882" actId="478"/>
          <ac:grpSpMkLst>
            <pc:docMk/>
            <pc:sldMk cId="0" sldId="261"/>
            <ac:grpSpMk id="8" creationId="{00000000-0000-0000-0000-000000000000}"/>
          </ac:grpSpMkLst>
        </pc:grpChg>
        <pc:grpChg chg="del">
          <ac:chgData name="shabilu hamisi" userId="23a8ef24152e94a8" providerId="LiveId" clId="{29F16741-6BAB-411C-8EC5-AFE329CAC43E}" dt="2026-05-20T15:33:16.047" v="3885" actId="478"/>
          <ac:grpSpMkLst>
            <pc:docMk/>
            <pc:sldMk cId="0" sldId="261"/>
            <ac:grpSpMk id="13" creationId="{00000000-0000-0000-0000-000000000000}"/>
          </ac:grpSpMkLst>
        </pc:grpChg>
        <pc:grpChg chg="del">
          <ac:chgData name="shabilu hamisi" userId="23a8ef24152e94a8" providerId="LiveId" clId="{29F16741-6BAB-411C-8EC5-AFE329CAC43E}" dt="2026-05-20T15:25:14.455" v="3854" actId="478"/>
          <ac:grpSpMkLst>
            <pc:docMk/>
            <pc:sldMk cId="0" sldId="261"/>
            <ac:grpSpMk id="17" creationId="{00000000-0000-0000-0000-000000000000}"/>
          </ac:grpSpMkLst>
        </pc:grpChg>
        <pc:grpChg chg="del">
          <ac:chgData name="shabilu hamisi" userId="23a8ef24152e94a8" providerId="LiveId" clId="{29F16741-6BAB-411C-8EC5-AFE329CAC43E}" dt="2026-05-20T15:22:34.885" v="3831" actId="478"/>
          <ac:grpSpMkLst>
            <pc:docMk/>
            <pc:sldMk cId="0" sldId="261"/>
            <ac:grpSpMk id="20" creationId="{00000000-0000-0000-0000-000000000000}"/>
          </ac:grpSpMkLst>
        </pc:grpChg>
      </pc:sldChg>
      <pc:sldChg chg="delSp modSp del mod modTransition modAnim">
        <pc:chgData name="shabilu hamisi" userId="23a8ef24152e94a8" providerId="LiveId" clId="{29F16741-6BAB-411C-8EC5-AFE329CAC43E}" dt="2026-05-20T15:25:32.838" v="3858" actId="47"/>
        <pc:sldMkLst>
          <pc:docMk/>
          <pc:sldMk cId="0" sldId="262"/>
        </pc:sldMkLst>
        <pc:spChg chg="del mod">
          <ac:chgData name="shabilu hamisi" userId="23a8ef24152e94a8" providerId="LiveId" clId="{29F16741-6BAB-411C-8EC5-AFE329CAC43E}" dt="2026-05-20T15:23:24.423" v="3842"/>
          <ac:spMkLst>
            <pc:docMk/>
            <pc:sldMk cId="0" sldId="262"/>
            <ac:spMk id="5" creationId="{00000000-0000-0000-0000-000000000000}"/>
          </ac:spMkLst>
        </pc:spChg>
        <pc:spChg chg="del mod">
          <ac:chgData name="shabilu hamisi" userId="23a8ef24152e94a8" providerId="LiveId" clId="{29F16741-6BAB-411C-8EC5-AFE329CAC43E}" dt="2026-05-20T15:24:07.946" v="3847"/>
          <ac:spMkLst>
            <pc:docMk/>
            <pc:sldMk cId="0" sldId="262"/>
            <ac:spMk id="16" creationId="{00000000-0000-0000-0000-000000000000}"/>
          </ac:spMkLst>
        </pc:spChg>
      </pc:sldChg>
      <pc:sldChg chg="addSp delSp modSp mod modTransition modAnim">
        <pc:chgData name="shabilu hamisi" userId="23a8ef24152e94a8" providerId="LiveId" clId="{29F16741-6BAB-411C-8EC5-AFE329CAC43E}" dt="2026-05-20T15:38:20.948" v="3911" actId="478"/>
        <pc:sldMkLst>
          <pc:docMk/>
          <pc:sldMk cId="0" sldId="263"/>
        </pc:sldMkLst>
        <pc:spChg chg="del">
          <ac:chgData name="shabilu hamisi" userId="23a8ef24152e94a8" providerId="LiveId" clId="{29F16741-6BAB-411C-8EC5-AFE329CAC43E}" dt="2026-05-20T15:38:10.345" v="3910" actId="478"/>
          <ac:spMkLst>
            <pc:docMk/>
            <pc:sldMk cId="0" sldId="263"/>
            <ac:spMk id="2" creationId="{00000000-0000-0000-0000-000000000000}"/>
          </ac:spMkLst>
        </pc:spChg>
        <pc:spChg chg="del">
          <ac:chgData name="shabilu hamisi" userId="23a8ef24152e94a8" providerId="LiveId" clId="{29F16741-6BAB-411C-8EC5-AFE329CAC43E}" dt="2026-05-20T15:38:10.345" v="3910" actId="478"/>
          <ac:spMkLst>
            <pc:docMk/>
            <pc:sldMk cId="0" sldId="263"/>
            <ac:spMk id="3" creationId="{00000000-0000-0000-0000-000000000000}"/>
          </ac:spMkLst>
        </pc:spChg>
        <pc:spChg chg="del">
          <ac:chgData name="shabilu hamisi" userId="23a8ef24152e94a8" providerId="LiveId" clId="{29F16741-6BAB-411C-8EC5-AFE329CAC43E}" dt="2026-05-20T15:37:57.844" v="3908" actId="478"/>
          <ac:spMkLst>
            <pc:docMk/>
            <pc:sldMk cId="0" sldId="263"/>
            <ac:spMk id="4" creationId="{00000000-0000-0000-0000-000000000000}"/>
          </ac:spMkLst>
        </pc:spChg>
        <pc:spChg chg="del">
          <ac:chgData name="shabilu hamisi" userId="23a8ef24152e94a8" providerId="LiveId" clId="{29F16741-6BAB-411C-8EC5-AFE329CAC43E}" dt="2026-05-20T15:37:57.844" v="3908" actId="478"/>
          <ac:spMkLst>
            <pc:docMk/>
            <pc:sldMk cId="0" sldId="263"/>
            <ac:spMk id="5" creationId="{00000000-0000-0000-0000-000000000000}"/>
          </ac:spMkLst>
        </pc:spChg>
        <pc:spChg chg="del">
          <ac:chgData name="shabilu hamisi" userId="23a8ef24152e94a8" providerId="LiveId" clId="{29F16741-6BAB-411C-8EC5-AFE329CAC43E}" dt="2026-05-20T15:37:57.844" v="3908" actId="478"/>
          <ac:spMkLst>
            <pc:docMk/>
            <pc:sldMk cId="0" sldId="263"/>
            <ac:spMk id="9" creationId="{00000000-0000-0000-0000-000000000000}"/>
          </ac:spMkLst>
        </pc:spChg>
        <pc:spChg chg="del">
          <ac:chgData name="shabilu hamisi" userId="23a8ef24152e94a8" providerId="LiveId" clId="{29F16741-6BAB-411C-8EC5-AFE329CAC43E}" dt="2026-05-20T15:38:10.345" v="3910" actId="478"/>
          <ac:spMkLst>
            <pc:docMk/>
            <pc:sldMk cId="0" sldId="263"/>
            <ac:spMk id="10" creationId="{00000000-0000-0000-0000-000000000000}"/>
          </ac:spMkLst>
        </pc:spChg>
        <pc:spChg chg="add mod">
          <ac:chgData name="shabilu hamisi" userId="23a8ef24152e94a8" providerId="LiveId" clId="{29F16741-6BAB-411C-8EC5-AFE329CAC43E}" dt="2026-05-20T15:37:45.480" v="3907" actId="6549"/>
          <ac:spMkLst>
            <pc:docMk/>
            <pc:sldMk cId="0" sldId="263"/>
            <ac:spMk id="14" creationId="{D5F2B95E-6212-D9A0-76F8-77DAABBE3645}"/>
          </ac:spMkLst>
        </pc:spChg>
        <pc:spChg chg="add del mod">
          <ac:chgData name="shabilu hamisi" userId="23a8ef24152e94a8" providerId="LiveId" clId="{29F16741-6BAB-411C-8EC5-AFE329CAC43E}" dt="2026-05-20T15:25:53.511" v="3861"/>
          <ac:spMkLst>
            <pc:docMk/>
            <pc:sldMk cId="0" sldId="263"/>
            <ac:spMk id="32" creationId="{ED4EFF4C-E58E-F6A8-3D11-890177A069A0}"/>
          </ac:spMkLst>
        </pc:spChg>
        <pc:grpChg chg="del">
          <ac:chgData name="shabilu hamisi" userId="23a8ef24152e94a8" providerId="LiveId" clId="{29F16741-6BAB-411C-8EC5-AFE329CAC43E}" dt="2026-05-20T15:38:00.548" v="3909" actId="478"/>
          <ac:grpSpMkLst>
            <pc:docMk/>
            <pc:sldMk cId="0" sldId="263"/>
            <ac:grpSpMk id="6" creationId="{00000000-0000-0000-0000-000000000000}"/>
          </ac:grpSpMkLst>
        </pc:grpChg>
        <pc:grpChg chg="del">
          <ac:chgData name="shabilu hamisi" userId="23a8ef24152e94a8" providerId="LiveId" clId="{29F16741-6BAB-411C-8EC5-AFE329CAC43E}" dt="2026-05-20T15:38:20.948" v="3911" actId="478"/>
          <ac:grpSpMkLst>
            <pc:docMk/>
            <pc:sldMk cId="0" sldId="263"/>
            <ac:grpSpMk id="11" creationId="{00000000-0000-0000-0000-000000000000}"/>
          </ac:grpSpMkLst>
        </pc:grpChg>
      </pc:sldChg>
      <pc:sldChg chg="delSp modSp del mod modTransition delAnim modAnim">
        <pc:chgData name="shabilu hamisi" userId="23a8ef24152e94a8" providerId="LiveId" clId="{29F16741-6BAB-411C-8EC5-AFE329CAC43E}" dt="2026-03-22T20:39:02.935" v="1865" actId="47"/>
        <pc:sldMkLst>
          <pc:docMk/>
          <pc:sldMk cId="0" sldId="264"/>
        </pc:sldMkLst>
      </pc:sldChg>
      <pc:sldChg chg="modTransition">
        <pc:chgData name="shabilu hamisi" userId="23a8ef24152e94a8" providerId="LiveId" clId="{29F16741-6BAB-411C-8EC5-AFE329CAC43E}" dt="2026-02-01T21:56:58.741" v="825"/>
        <pc:sldMkLst>
          <pc:docMk/>
          <pc:sldMk cId="0" sldId="265"/>
        </pc:sldMkLst>
      </pc:sldChg>
      <pc:sldChg chg="addSp delSp modSp add del mod delAnim modAnim">
        <pc:chgData name="shabilu hamisi" userId="23a8ef24152e94a8" providerId="LiveId" clId="{29F16741-6BAB-411C-8EC5-AFE329CAC43E}" dt="2026-02-01T20:54:04.220" v="297" actId="47"/>
        <pc:sldMkLst>
          <pc:docMk/>
          <pc:sldMk cId="4089547795" sldId="266"/>
        </pc:sldMkLst>
      </pc:sldChg>
      <pc:sldChg chg="addSp delSp modSp add mod modTransition modAnim">
        <pc:chgData name="shabilu hamisi" userId="23a8ef24152e94a8" providerId="LiveId" clId="{29F16741-6BAB-411C-8EC5-AFE329CAC43E}" dt="2026-05-20T18:54:52.752" v="4289" actId="478"/>
        <pc:sldMkLst>
          <pc:docMk/>
          <pc:sldMk cId="849219825" sldId="267"/>
        </pc:sldMkLst>
        <pc:spChg chg="del mod">
          <ac:chgData name="shabilu hamisi" userId="23a8ef24152e94a8" providerId="LiveId" clId="{29F16741-6BAB-411C-8EC5-AFE329CAC43E}" dt="2026-05-20T15:50:34.933" v="3936" actId="478"/>
          <ac:spMkLst>
            <pc:docMk/>
            <pc:sldMk cId="849219825" sldId="267"/>
            <ac:spMk id="2" creationId="{37E9FE15-0F5B-59D0-2E69-D28E7FBB9F79}"/>
          </ac:spMkLst>
        </pc:spChg>
        <pc:spChg chg="del mod">
          <ac:chgData name="shabilu hamisi" userId="23a8ef24152e94a8" providerId="LiveId" clId="{29F16741-6BAB-411C-8EC5-AFE329CAC43E}" dt="2026-05-20T15:50:34.933" v="3936" actId="478"/>
          <ac:spMkLst>
            <pc:docMk/>
            <pc:sldMk cId="849219825" sldId="267"/>
            <ac:spMk id="3" creationId="{E6DFFD45-8078-5BB4-BA3D-FACE941E405F}"/>
          </ac:spMkLst>
        </pc:spChg>
        <pc:spChg chg="del mod">
          <ac:chgData name="shabilu hamisi" userId="23a8ef24152e94a8" providerId="LiveId" clId="{29F16741-6BAB-411C-8EC5-AFE329CAC43E}" dt="2026-05-20T15:50:39.495" v="3937" actId="478"/>
          <ac:spMkLst>
            <pc:docMk/>
            <pc:sldMk cId="849219825" sldId="267"/>
            <ac:spMk id="4" creationId="{6F6BF05B-3326-2E82-351A-3CA050EFF390}"/>
          </ac:spMkLst>
        </pc:spChg>
        <pc:spChg chg="del mod">
          <ac:chgData name="shabilu hamisi" userId="23a8ef24152e94a8" providerId="LiveId" clId="{29F16741-6BAB-411C-8EC5-AFE329CAC43E}" dt="2026-05-20T15:50:39.495" v="3937" actId="478"/>
          <ac:spMkLst>
            <pc:docMk/>
            <pc:sldMk cId="849219825" sldId="267"/>
            <ac:spMk id="5" creationId="{DD7319AF-8772-A24C-A83E-5A4EFEC6FD5D}"/>
          </ac:spMkLst>
        </pc:spChg>
        <pc:spChg chg="del mod">
          <ac:chgData name="shabilu hamisi" userId="23a8ef24152e94a8" providerId="LiveId" clId="{29F16741-6BAB-411C-8EC5-AFE329CAC43E}" dt="2026-05-20T15:50:39.495" v="3937" actId="478"/>
          <ac:spMkLst>
            <pc:docMk/>
            <pc:sldMk cId="849219825" sldId="267"/>
            <ac:spMk id="9" creationId="{7191BFAD-2884-FE25-3057-3B8C8A1DF503}"/>
          </ac:spMkLst>
        </pc:spChg>
        <pc:spChg chg="del mod">
          <ac:chgData name="shabilu hamisi" userId="23a8ef24152e94a8" providerId="LiveId" clId="{29F16741-6BAB-411C-8EC5-AFE329CAC43E}" dt="2026-05-20T15:50:34.933" v="3936" actId="478"/>
          <ac:spMkLst>
            <pc:docMk/>
            <pc:sldMk cId="849219825" sldId="267"/>
            <ac:spMk id="10" creationId="{E319E838-24BA-47BB-E3E5-2EFE1F3D02B0}"/>
          </ac:spMkLst>
        </pc:spChg>
        <pc:grpChg chg="del">
          <ac:chgData name="shabilu hamisi" userId="23a8ef24152e94a8" providerId="LiveId" clId="{29F16741-6BAB-411C-8EC5-AFE329CAC43E}" dt="2026-05-20T18:54:52.752" v="4289" actId="478"/>
          <ac:grpSpMkLst>
            <pc:docMk/>
            <pc:sldMk cId="849219825" sldId="267"/>
            <ac:grpSpMk id="6" creationId="{9538953D-9AD5-73B5-45BA-B994F1E47EBD}"/>
          </ac:grpSpMkLst>
        </pc:grpChg>
        <pc:grpChg chg="del">
          <ac:chgData name="shabilu hamisi" userId="23a8ef24152e94a8" providerId="LiveId" clId="{29F16741-6BAB-411C-8EC5-AFE329CAC43E}" dt="2026-05-20T15:50:28.209" v="3935" actId="478"/>
          <ac:grpSpMkLst>
            <pc:docMk/>
            <pc:sldMk cId="849219825" sldId="267"/>
            <ac:grpSpMk id="11" creationId="{EAC5F450-1FCD-3436-986E-1E360C38F7E2}"/>
          </ac:grpSpMkLst>
        </pc:grpChg>
        <pc:graphicFrameChg chg="add mod modGraphic">
          <ac:chgData name="shabilu hamisi" userId="23a8ef24152e94a8" providerId="LiveId" clId="{29F16741-6BAB-411C-8EC5-AFE329CAC43E}" dt="2026-05-20T16:03:35.906" v="3940" actId="1076"/>
          <ac:graphicFrameMkLst>
            <pc:docMk/>
            <pc:sldMk cId="849219825" sldId="267"/>
            <ac:graphicFrameMk id="19" creationId="{CC2EF8EB-A13C-B644-08E1-4B3CD19BC91E}"/>
          </ac:graphicFrameMkLst>
        </pc:graphicFrameChg>
      </pc:sldChg>
      <pc:sldChg chg="new del">
        <pc:chgData name="shabilu hamisi" userId="23a8ef24152e94a8" providerId="LiveId" clId="{29F16741-6BAB-411C-8EC5-AFE329CAC43E}" dt="2026-02-01T20:51:31.304" v="274" actId="680"/>
        <pc:sldMkLst>
          <pc:docMk/>
          <pc:sldMk cId="1280987498" sldId="267"/>
        </pc:sldMkLst>
      </pc:sldChg>
      <pc:sldChg chg="addSp delSp modSp add del mod modTransition modAnim">
        <pc:chgData name="shabilu hamisi" userId="23a8ef24152e94a8" providerId="LiveId" clId="{29F16741-6BAB-411C-8EC5-AFE329CAC43E}" dt="2026-03-22T20:52:29.184" v="1932" actId="47"/>
        <pc:sldMkLst>
          <pc:docMk/>
          <pc:sldMk cId="3170732138" sldId="268"/>
        </pc:sldMkLst>
      </pc:sldChg>
      <pc:sldChg chg="add del">
        <pc:chgData name="shabilu hamisi" userId="23a8ef24152e94a8" providerId="LiveId" clId="{29F16741-6BAB-411C-8EC5-AFE329CAC43E}" dt="2026-02-01T20:57:50.246" v="330" actId="2890"/>
        <pc:sldMkLst>
          <pc:docMk/>
          <pc:sldMk cId="3632727304" sldId="269"/>
        </pc:sldMkLst>
      </pc:sldChg>
      <pc:sldChg chg="addSp delSp modSp add mod ord modTransition addAnim delAnim modAnim">
        <pc:chgData name="shabilu hamisi" userId="23a8ef24152e94a8" providerId="LiveId" clId="{29F16741-6BAB-411C-8EC5-AFE329CAC43E}" dt="2026-05-20T18:55:39.713" v="4296" actId="478"/>
        <pc:sldMkLst>
          <pc:docMk/>
          <pc:sldMk cId="3699931658" sldId="269"/>
        </pc:sldMkLst>
        <pc:spChg chg="del">
          <ac:chgData name="shabilu hamisi" userId="23a8ef24152e94a8" providerId="LiveId" clId="{29F16741-6BAB-411C-8EC5-AFE329CAC43E}" dt="2026-05-20T18:55:24.978" v="4294" actId="478"/>
          <ac:spMkLst>
            <pc:docMk/>
            <pc:sldMk cId="3699931658" sldId="269"/>
            <ac:spMk id="2" creationId="{579489CE-F355-3F50-5A46-E8CDD9B0C85B}"/>
          </ac:spMkLst>
        </pc:spChg>
        <pc:spChg chg="del">
          <ac:chgData name="shabilu hamisi" userId="23a8ef24152e94a8" providerId="LiveId" clId="{29F16741-6BAB-411C-8EC5-AFE329CAC43E}" dt="2026-05-20T18:55:24.978" v="4294" actId="478"/>
          <ac:spMkLst>
            <pc:docMk/>
            <pc:sldMk cId="3699931658" sldId="269"/>
            <ac:spMk id="3" creationId="{E2E5593A-8084-5188-BEA7-0246483DE806}"/>
          </ac:spMkLst>
        </pc:spChg>
        <pc:spChg chg="del">
          <ac:chgData name="shabilu hamisi" userId="23a8ef24152e94a8" providerId="LiveId" clId="{29F16741-6BAB-411C-8EC5-AFE329CAC43E}" dt="2026-05-20T18:55:39.713" v="4296" actId="478"/>
          <ac:spMkLst>
            <pc:docMk/>
            <pc:sldMk cId="3699931658" sldId="269"/>
            <ac:spMk id="4" creationId="{6E95B120-4CD5-B059-2752-ABAF4BC5A848}"/>
          </ac:spMkLst>
        </pc:spChg>
        <pc:spChg chg="del">
          <ac:chgData name="shabilu hamisi" userId="23a8ef24152e94a8" providerId="LiveId" clId="{29F16741-6BAB-411C-8EC5-AFE329CAC43E}" dt="2026-05-20T18:55:39.713" v="4296" actId="478"/>
          <ac:spMkLst>
            <pc:docMk/>
            <pc:sldMk cId="3699931658" sldId="269"/>
            <ac:spMk id="5" creationId="{2559DA62-9C0F-CF65-AA9A-36DA682EDDD8}"/>
          </ac:spMkLst>
        </pc:spChg>
        <pc:spChg chg="del">
          <ac:chgData name="shabilu hamisi" userId="23a8ef24152e94a8" providerId="LiveId" clId="{29F16741-6BAB-411C-8EC5-AFE329CAC43E}" dt="2026-05-20T18:55:39.713" v="4296" actId="478"/>
          <ac:spMkLst>
            <pc:docMk/>
            <pc:sldMk cId="3699931658" sldId="269"/>
            <ac:spMk id="9" creationId="{DA8EAC35-6D72-49A2-7BF5-F14C49ED72C5}"/>
          </ac:spMkLst>
        </pc:spChg>
        <pc:spChg chg="del">
          <ac:chgData name="shabilu hamisi" userId="23a8ef24152e94a8" providerId="LiveId" clId="{29F16741-6BAB-411C-8EC5-AFE329CAC43E}" dt="2026-05-20T18:55:24.978" v="4294" actId="478"/>
          <ac:spMkLst>
            <pc:docMk/>
            <pc:sldMk cId="3699931658" sldId="269"/>
            <ac:spMk id="10" creationId="{BA0AD7ED-7CF1-1634-7A45-20CE404526D6}"/>
          </ac:spMkLst>
        </pc:spChg>
        <pc:grpChg chg="del">
          <ac:chgData name="shabilu hamisi" userId="23a8ef24152e94a8" providerId="LiveId" clId="{29F16741-6BAB-411C-8EC5-AFE329CAC43E}" dt="2026-05-20T18:55:39.713" v="4296" actId="478"/>
          <ac:grpSpMkLst>
            <pc:docMk/>
            <pc:sldMk cId="3699931658" sldId="269"/>
            <ac:grpSpMk id="6" creationId="{00635165-49E5-58B6-9133-A7DF3F1C9966}"/>
          </ac:grpSpMkLst>
        </pc:grpChg>
        <pc:grpChg chg="del">
          <ac:chgData name="shabilu hamisi" userId="23a8ef24152e94a8" providerId="LiveId" clId="{29F16741-6BAB-411C-8EC5-AFE329CAC43E}" dt="2026-05-20T18:55:27.993" v="4295" actId="478"/>
          <ac:grpSpMkLst>
            <pc:docMk/>
            <pc:sldMk cId="3699931658" sldId="269"/>
            <ac:grpSpMk id="11" creationId="{5B5FE2FF-0079-213B-250F-0090BD818E3D}"/>
          </ac:grpSpMkLst>
        </pc:grpChg>
      </pc:sldChg>
      <pc:sldChg chg="addSp delSp modSp add del mod ord modTransition delAnim modAnim">
        <pc:chgData name="shabilu hamisi" userId="23a8ef24152e94a8" providerId="LiveId" clId="{29F16741-6BAB-411C-8EC5-AFE329CAC43E}" dt="2026-05-20T16:05:34.582" v="3941" actId="2696"/>
        <pc:sldMkLst>
          <pc:docMk/>
          <pc:sldMk cId="9367630" sldId="270"/>
        </pc:sldMkLst>
      </pc:sldChg>
      <pc:sldChg chg="addSp delSp modSp add mod modTransition modAnim">
        <pc:chgData name="shabilu hamisi" userId="23a8ef24152e94a8" providerId="LiveId" clId="{29F16741-6BAB-411C-8EC5-AFE329CAC43E}" dt="2026-05-20T18:56:06.415" v="4298" actId="478"/>
        <pc:sldMkLst>
          <pc:docMk/>
          <pc:sldMk cId="2669615760" sldId="271"/>
        </pc:sldMkLst>
        <pc:spChg chg="del">
          <ac:chgData name="shabilu hamisi" userId="23a8ef24152e94a8" providerId="LiveId" clId="{29F16741-6BAB-411C-8EC5-AFE329CAC43E}" dt="2026-05-20T18:56:06.415" v="4298" actId="478"/>
          <ac:spMkLst>
            <pc:docMk/>
            <pc:sldMk cId="2669615760" sldId="271"/>
            <ac:spMk id="2" creationId="{991FE8A1-70A8-B30F-FF2C-DF5409622CBC}"/>
          </ac:spMkLst>
        </pc:spChg>
        <pc:spChg chg="del">
          <ac:chgData name="shabilu hamisi" userId="23a8ef24152e94a8" providerId="LiveId" clId="{29F16741-6BAB-411C-8EC5-AFE329CAC43E}" dt="2026-05-20T18:56:06.415" v="4298" actId="478"/>
          <ac:spMkLst>
            <pc:docMk/>
            <pc:sldMk cId="2669615760" sldId="271"/>
            <ac:spMk id="3" creationId="{D7D135E6-83DC-0D04-3398-02C333518A37}"/>
          </ac:spMkLst>
        </pc:spChg>
        <pc:spChg chg="del">
          <ac:chgData name="shabilu hamisi" userId="23a8ef24152e94a8" providerId="LiveId" clId="{29F16741-6BAB-411C-8EC5-AFE329CAC43E}" dt="2026-05-20T18:56:06.415" v="4298" actId="478"/>
          <ac:spMkLst>
            <pc:docMk/>
            <pc:sldMk cId="2669615760" sldId="271"/>
            <ac:spMk id="4" creationId="{6FBAD2EA-4293-7F49-936A-6CDA0EC9490C}"/>
          </ac:spMkLst>
        </pc:spChg>
        <pc:spChg chg="del">
          <ac:chgData name="shabilu hamisi" userId="23a8ef24152e94a8" providerId="LiveId" clId="{29F16741-6BAB-411C-8EC5-AFE329CAC43E}" dt="2026-05-20T18:56:06.415" v="4298" actId="478"/>
          <ac:spMkLst>
            <pc:docMk/>
            <pc:sldMk cId="2669615760" sldId="271"/>
            <ac:spMk id="5" creationId="{4E5B2A58-83D7-5421-4095-F52BFE4C9787}"/>
          </ac:spMkLst>
        </pc:spChg>
        <pc:spChg chg="del">
          <ac:chgData name="shabilu hamisi" userId="23a8ef24152e94a8" providerId="LiveId" clId="{29F16741-6BAB-411C-8EC5-AFE329CAC43E}" dt="2026-05-20T18:56:06.415" v="4298" actId="478"/>
          <ac:spMkLst>
            <pc:docMk/>
            <pc:sldMk cId="2669615760" sldId="271"/>
            <ac:spMk id="9" creationId="{254AA14A-F34A-C332-94EB-FACE46740FE5}"/>
          </ac:spMkLst>
        </pc:spChg>
        <pc:spChg chg="del">
          <ac:chgData name="shabilu hamisi" userId="23a8ef24152e94a8" providerId="LiveId" clId="{29F16741-6BAB-411C-8EC5-AFE329CAC43E}" dt="2026-05-20T18:56:06.415" v="4298" actId="478"/>
          <ac:spMkLst>
            <pc:docMk/>
            <pc:sldMk cId="2669615760" sldId="271"/>
            <ac:spMk id="10" creationId="{C012A0C4-567C-62E8-9264-41620E2025B7}"/>
          </ac:spMkLst>
        </pc:spChg>
        <pc:grpChg chg="del">
          <ac:chgData name="shabilu hamisi" userId="23a8ef24152e94a8" providerId="LiveId" clId="{29F16741-6BAB-411C-8EC5-AFE329CAC43E}" dt="2026-05-20T18:56:06.415" v="4298" actId="478"/>
          <ac:grpSpMkLst>
            <pc:docMk/>
            <pc:sldMk cId="2669615760" sldId="271"/>
            <ac:grpSpMk id="6" creationId="{12B9E360-00AD-E8A1-EF65-190784E2D1B1}"/>
          </ac:grpSpMkLst>
        </pc:grpChg>
        <pc:grpChg chg="del">
          <ac:chgData name="shabilu hamisi" userId="23a8ef24152e94a8" providerId="LiveId" clId="{29F16741-6BAB-411C-8EC5-AFE329CAC43E}" dt="2026-05-20T18:56:06.415" v="4298" actId="478"/>
          <ac:grpSpMkLst>
            <pc:docMk/>
            <pc:sldMk cId="2669615760" sldId="271"/>
            <ac:grpSpMk id="11" creationId="{11F47C54-86E4-6AC9-73E4-DF17219D4639}"/>
          </ac:grpSpMkLst>
        </pc:grpChg>
      </pc:sldChg>
      <pc:sldChg chg="addSp delSp modSp add mod modTransition delAnim">
        <pc:chgData name="shabilu hamisi" userId="23a8ef24152e94a8" providerId="LiveId" clId="{29F16741-6BAB-411C-8EC5-AFE329CAC43E}" dt="2026-05-20T18:56:41.338" v="4303" actId="14100"/>
        <pc:sldMkLst>
          <pc:docMk/>
          <pc:sldMk cId="2775094908" sldId="272"/>
        </pc:sldMkLst>
        <pc:spChg chg="del">
          <ac:chgData name="shabilu hamisi" userId="23a8ef24152e94a8" providerId="LiveId" clId="{29F16741-6BAB-411C-8EC5-AFE329CAC43E}" dt="2026-05-20T18:56:26.697" v="4299" actId="478"/>
          <ac:spMkLst>
            <pc:docMk/>
            <pc:sldMk cId="2775094908" sldId="272"/>
            <ac:spMk id="2" creationId="{17B57D8C-677C-BA50-6A75-C106C2EA2A81}"/>
          </ac:spMkLst>
        </pc:spChg>
        <pc:spChg chg="del">
          <ac:chgData name="shabilu hamisi" userId="23a8ef24152e94a8" providerId="LiveId" clId="{29F16741-6BAB-411C-8EC5-AFE329CAC43E}" dt="2026-05-20T18:56:26.697" v="4299" actId="478"/>
          <ac:spMkLst>
            <pc:docMk/>
            <pc:sldMk cId="2775094908" sldId="272"/>
            <ac:spMk id="3" creationId="{120AB974-983F-23BA-0D4A-F1C9AB7355B2}"/>
          </ac:spMkLst>
        </pc:spChg>
        <pc:spChg chg="del">
          <ac:chgData name="shabilu hamisi" userId="23a8ef24152e94a8" providerId="LiveId" clId="{29F16741-6BAB-411C-8EC5-AFE329CAC43E}" dt="2026-05-20T18:56:26.697" v="4299" actId="478"/>
          <ac:spMkLst>
            <pc:docMk/>
            <pc:sldMk cId="2775094908" sldId="272"/>
            <ac:spMk id="4" creationId="{CDFFA9DE-13F8-A2B0-9D8C-FB0285BD221F}"/>
          </ac:spMkLst>
        </pc:spChg>
        <pc:spChg chg="del">
          <ac:chgData name="shabilu hamisi" userId="23a8ef24152e94a8" providerId="LiveId" clId="{29F16741-6BAB-411C-8EC5-AFE329CAC43E}" dt="2026-05-20T18:56:26.697" v="4299" actId="478"/>
          <ac:spMkLst>
            <pc:docMk/>
            <pc:sldMk cId="2775094908" sldId="272"/>
            <ac:spMk id="5" creationId="{EC809251-C0FD-A82B-C2D1-A14FE29325A0}"/>
          </ac:spMkLst>
        </pc:spChg>
        <pc:spChg chg="del">
          <ac:chgData name="shabilu hamisi" userId="23a8ef24152e94a8" providerId="LiveId" clId="{29F16741-6BAB-411C-8EC5-AFE329CAC43E}" dt="2026-05-20T18:56:26.697" v="4299" actId="478"/>
          <ac:spMkLst>
            <pc:docMk/>
            <pc:sldMk cId="2775094908" sldId="272"/>
            <ac:spMk id="9" creationId="{E7AFED5A-81BB-A707-DF16-C34E0345D89A}"/>
          </ac:spMkLst>
        </pc:spChg>
        <pc:spChg chg="del">
          <ac:chgData name="shabilu hamisi" userId="23a8ef24152e94a8" providerId="LiveId" clId="{29F16741-6BAB-411C-8EC5-AFE329CAC43E}" dt="2026-05-20T18:56:26.697" v="4299" actId="478"/>
          <ac:spMkLst>
            <pc:docMk/>
            <pc:sldMk cId="2775094908" sldId="272"/>
            <ac:spMk id="10" creationId="{3C324BF8-F0DE-C7AC-655F-397B0585B8CE}"/>
          </ac:spMkLst>
        </pc:spChg>
        <pc:grpChg chg="del">
          <ac:chgData name="shabilu hamisi" userId="23a8ef24152e94a8" providerId="LiveId" clId="{29F16741-6BAB-411C-8EC5-AFE329CAC43E}" dt="2026-05-20T18:56:26.697" v="4299" actId="478"/>
          <ac:grpSpMkLst>
            <pc:docMk/>
            <pc:sldMk cId="2775094908" sldId="272"/>
            <ac:grpSpMk id="6" creationId="{2A231507-A27B-DF99-7146-4EB012884774}"/>
          </ac:grpSpMkLst>
        </pc:grpChg>
        <pc:grpChg chg="del">
          <ac:chgData name="shabilu hamisi" userId="23a8ef24152e94a8" providerId="LiveId" clId="{29F16741-6BAB-411C-8EC5-AFE329CAC43E}" dt="2026-05-20T18:56:26.697" v="4299" actId="478"/>
          <ac:grpSpMkLst>
            <pc:docMk/>
            <pc:sldMk cId="2775094908" sldId="272"/>
            <ac:grpSpMk id="11" creationId="{CDC580E3-2936-7827-410A-DEB8D41BF208}"/>
          </ac:grpSpMkLst>
        </pc:grpChg>
        <pc:picChg chg="mod">
          <ac:chgData name="shabilu hamisi" userId="23a8ef24152e94a8" providerId="LiveId" clId="{29F16741-6BAB-411C-8EC5-AFE329CAC43E}" dt="2026-05-20T18:56:41.338" v="4303" actId="14100"/>
          <ac:picMkLst>
            <pc:docMk/>
            <pc:sldMk cId="2775094908" sldId="272"/>
            <ac:picMk id="14" creationId="{59CA19D2-789D-5090-9F19-76E166D239CF}"/>
          </ac:picMkLst>
        </pc:picChg>
      </pc:sldChg>
      <pc:sldChg chg="addSp delSp modSp add del mod ord modTransition modAnim">
        <pc:chgData name="shabilu hamisi" userId="23a8ef24152e94a8" providerId="LiveId" clId="{29F16741-6BAB-411C-8EC5-AFE329CAC43E}" dt="2026-03-22T21:08:48.644" v="2021" actId="47"/>
        <pc:sldMkLst>
          <pc:docMk/>
          <pc:sldMk cId="1084604483" sldId="273"/>
        </pc:sldMkLst>
      </pc:sldChg>
      <pc:sldChg chg="addSp modSp add del mod ord modTransition modAnim">
        <pc:chgData name="shabilu hamisi" userId="23a8ef24152e94a8" providerId="LiveId" clId="{29F16741-6BAB-411C-8EC5-AFE329CAC43E}" dt="2026-03-22T20:39:09.948" v="1867" actId="47"/>
        <pc:sldMkLst>
          <pc:docMk/>
          <pc:sldMk cId="2917039502" sldId="274"/>
        </pc:sldMkLst>
      </pc:sldChg>
      <pc:sldChg chg="delSp modSp add mod">
        <pc:chgData name="shabilu hamisi" userId="23a8ef24152e94a8" providerId="LiveId" clId="{29F16741-6BAB-411C-8EC5-AFE329CAC43E}" dt="2026-05-20T18:55:14.385" v="4293" actId="478"/>
        <pc:sldMkLst>
          <pc:docMk/>
          <pc:sldMk cId="1774982311" sldId="275"/>
        </pc:sldMkLst>
        <pc:spChg chg="del">
          <ac:chgData name="shabilu hamisi" userId="23a8ef24152e94a8" providerId="LiveId" clId="{29F16741-6BAB-411C-8EC5-AFE329CAC43E}" dt="2026-05-20T18:55:03.330" v="4290" actId="478"/>
          <ac:spMkLst>
            <pc:docMk/>
            <pc:sldMk cId="1774982311" sldId="275"/>
            <ac:spMk id="2" creationId="{7BB6A7AD-64B1-6F8D-FF35-5BD25617D6EC}"/>
          </ac:spMkLst>
        </pc:spChg>
        <pc:spChg chg="del">
          <ac:chgData name="shabilu hamisi" userId="23a8ef24152e94a8" providerId="LiveId" clId="{29F16741-6BAB-411C-8EC5-AFE329CAC43E}" dt="2026-05-20T18:55:03.330" v="4290" actId="478"/>
          <ac:spMkLst>
            <pc:docMk/>
            <pc:sldMk cId="1774982311" sldId="275"/>
            <ac:spMk id="3" creationId="{361D0063-DE9F-2EEA-B792-210584FE4200}"/>
          </ac:spMkLst>
        </pc:spChg>
        <pc:spChg chg="del">
          <ac:chgData name="shabilu hamisi" userId="23a8ef24152e94a8" providerId="LiveId" clId="{29F16741-6BAB-411C-8EC5-AFE329CAC43E}" dt="2026-05-20T18:55:12.010" v="4292" actId="478"/>
          <ac:spMkLst>
            <pc:docMk/>
            <pc:sldMk cId="1774982311" sldId="275"/>
            <ac:spMk id="4" creationId="{0ECA4E1D-D38F-A785-A0B1-12D29F421BFA}"/>
          </ac:spMkLst>
        </pc:spChg>
        <pc:spChg chg="del">
          <ac:chgData name="shabilu hamisi" userId="23a8ef24152e94a8" providerId="LiveId" clId="{29F16741-6BAB-411C-8EC5-AFE329CAC43E}" dt="2026-05-20T18:55:12.010" v="4292" actId="478"/>
          <ac:spMkLst>
            <pc:docMk/>
            <pc:sldMk cId="1774982311" sldId="275"/>
            <ac:spMk id="5" creationId="{C13EF05E-339D-6DCC-4BDE-8B0346BDB3CC}"/>
          </ac:spMkLst>
        </pc:spChg>
        <pc:spChg chg="del">
          <ac:chgData name="shabilu hamisi" userId="23a8ef24152e94a8" providerId="LiveId" clId="{29F16741-6BAB-411C-8EC5-AFE329CAC43E}" dt="2026-05-20T18:55:12.010" v="4292" actId="478"/>
          <ac:spMkLst>
            <pc:docMk/>
            <pc:sldMk cId="1774982311" sldId="275"/>
            <ac:spMk id="9" creationId="{A940C78E-B2AE-BA72-AD65-05DF8F233B7A}"/>
          </ac:spMkLst>
        </pc:spChg>
        <pc:spChg chg="del">
          <ac:chgData name="shabilu hamisi" userId="23a8ef24152e94a8" providerId="LiveId" clId="{29F16741-6BAB-411C-8EC5-AFE329CAC43E}" dt="2026-05-20T18:55:03.330" v="4290" actId="478"/>
          <ac:spMkLst>
            <pc:docMk/>
            <pc:sldMk cId="1774982311" sldId="275"/>
            <ac:spMk id="10" creationId="{A9ACBAEA-67CB-7D18-DC70-B39FC110134D}"/>
          </ac:spMkLst>
        </pc:spChg>
        <pc:grpChg chg="del">
          <ac:chgData name="shabilu hamisi" userId="23a8ef24152e94a8" providerId="LiveId" clId="{29F16741-6BAB-411C-8EC5-AFE329CAC43E}" dt="2026-05-20T18:55:14.385" v="4293" actId="478"/>
          <ac:grpSpMkLst>
            <pc:docMk/>
            <pc:sldMk cId="1774982311" sldId="275"/>
            <ac:grpSpMk id="6" creationId="{6B89A820-AAD8-0C81-1F97-75859996E75F}"/>
          </ac:grpSpMkLst>
        </pc:grpChg>
        <pc:grpChg chg="del">
          <ac:chgData name="shabilu hamisi" userId="23a8ef24152e94a8" providerId="LiveId" clId="{29F16741-6BAB-411C-8EC5-AFE329CAC43E}" dt="2026-05-20T18:55:06.393" v="4291" actId="478"/>
          <ac:grpSpMkLst>
            <pc:docMk/>
            <pc:sldMk cId="1774982311" sldId="275"/>
            <ac:grpSpMk id="11" creationId="{C2148FEE-32DC-E067-B577-05AC4A9F353F}"/>
          </ac:grpSpMkLst>
        </pc:grpChg>
      </pc:sldChg>
      <pc:sldChg chg="delSp modSp add mod">
        <pc:chgData name="shabilu hamisi" userId="23a8ef24152e94a8" providerId="LiveId" clId="{29F16741-6BAB-411C-8EC5-AFE329CAC43E}" dt="2026-05-20T18:55:52.213" v="4297" actId="478"/>
        <pc:sldMkLst>
          <pc:docMk/>
          <pc:sldMk cId="4095440389" sldId="276"/>
        </pc:sldMkLst>
        <pc:spChg chg="del">
          <ac:chgData name="shabilu hamisi" userId="23a8ef24152e94a8" providerId="LiveId" clId="{29F16741-6BAB-411C-8EC5-AFE329CAC43E}" dt="2026-05-20T18:55:52.213" v="4297" actId="478"/>
          <ac:spMkLst>
            <pc:docMk/>
            <pc:sldMk cId="4095440389" sldId="276"/>
            <ac:spMk id="2" creationId="{2AEB85A5-5367-F4F8-CBE8-992A5BFCC2CF}"/>
          </ac:spMkLst>
        </pc:spChg>
        <pc:spChg chg="del">
          <ac:chgData name="shabilu hamisi" userId="23a8ef24152e94a8" providerId="LiveId" clId="{29F16741-6BAB-411C-8EC5-AFE329CAC43E}" dt="2026-05-20T18:55:52.213" v="4297" actId="478"/>
          <ac:spMkLst>
            <pc:docMk/>
            <pc:sldMk cId="4095440389" sldId="276"/>
            <ac:spMk id="3" creationId="{3AB9C75B-747F-494F-3561-AC7CD1BD792C}"/>
          </ac:spMkLst>
        </pc:spChg>
        <pc:spChg chg="del">
          <ac:chgData name="shabilu hamisi" userId="23a8ef24152e94a8" providerId="LiveId" clId="{29F16741-6BAB-411C-8EC5-AFE329CAC43E}" dt="2026-05-20T18:55:52.213" v="4297" actId="478"/>
          <ac:spMkLst>
            <pc:docMk/>
            <pc:sldMk cId="4095440389" sldId="276"/>
            <ac:spMk id="4" creationId="{52861B7E-3730-3007-D6F6-2ED79D75E5A4}"/>
          </ac:spMkLst>
        </pc:spChg>
        <pc:spChg chg="del">
          <ac:chgData name="shabilu hamisi" userId="23a8ef24152e94a8" providerId="LiveId" clId="{29F16741-6BAB-411C-8EC5-AFE329CAC43E}" dt="2026-05-20T18:55:52.213" v="4297" actId="478"/>
          <ac:spMkLst>
            <pc:docMk/>
            <pc:sldMk cId="4095440389" sldId="276"/>
            <ac:spMk id="5" creationId="{192C1830-519E-75A2-FDD9-9F506D8262A1}"/>
          </ac:spMkLst>
        </pc:spChg>
        <pc:spChg chg="del">
          <ac:chgData name="shabilu hamisi" userId="23a8ef24152e94a8" providerId="LiveId" clId="{29F16741-6BAB-411C-8EC5-AFE329CAC43E}" dt="2026-05-20T18:55:52.213" v="4297" actId="478"/>
          <ac:spMkLst>
            <pc:docMk/>
            <pc:sldMk cId="4095440389" sldId="276"/>
            <ac:spMk id="9" creationId="{C2F61D80-89D7-A093-C77F-5B2063F20C61}"/>
          </ac:spMkLst>
        </pc:spChg>
        <pc:spChg chg="del">
          <ac:chgData name="shabilu hamisi" userId="23a8ef24152e94a8" providerId="LiveId" clId="{29F16741-6BAB-411C-8EC5-AFE329CAC43E}" dt="2026-05-20T18:55:52.213" v="4297" actId="478"/>
          <ac:spMkLst>
            <pc:docMk/>
            <pc:sldMk cId="4095440389" sldId="276"/>
            <ac:spMk id="10" creationId="{545D1175-C716-D6C1-EBF8-33F66FC58880}"/>
          </ac:spMkLst>
        </pc:spChg>
        <pc:grpChg chg="del">
          <ac:chgData name="shabilu hamisi" userId="23a8ef24152e94a8" providerId="LiveId" clId="{29F16741-6BAB-411C-8EC5-AFE329CAC43E}" dt="2026-05-20T18:55:52.213" v="4297" actId="478"/>
          <ac:grpSpMkLst>
            <pc:docMk/>
            <pc:sldMk cId="4095440389" sldId="276"/>
            <ac:grpSpMk id="6" creationId="{E1AAF104-F606-B151-4248-5A2C3AC0C5F8}"/>
          </ac:grpSpMkLst>
        </pc:grpChg>
        <pc:grpChg chg="del">
          <ac:chgData name="shabilu hamisi" userId="23a8ef24152e94a8" providerId="LiveId" clId="{29F16741-6BAB-411C-8EC5-AFE329CAC43E}" dt="2026-05-20T18:55:52.213" v="4297" actId="478"/>
          <ac:grpSpMkLst>
            <pc:docMk/>
            <pc:sldMk cId="4095440389" sldId="276"/>
            <ac:grpSpMk id="11" creationId="{FE540AE0-ED00-CDAA-CF35-5F7AC8762883}"/>
          </ac:grpSpMkLst>
        </pc:grpChg>
      </pc:sldChg>
      <pc:sldChg chg="add del ord">
        <pc:chgData name="shabilu hamisi" userId="23a8ef24152e94a8" providerId="LiveId" clId="{29F16741-6BAB-411C-8EC5-AFE329CAC43E}" dt="2026-03-22T20:39:07.004" v="1866" actId="47"/>
        <pc:sldMkLst>
          <pc:docMk/>
          <pc:sldMk cId="699161802" sldId="277"/>
        </pc:sldMkLst>
      </pc:sldChg>
      <pc:sldChg chg="add del">
        <pc:chgData name="shabilu hamisi" userId="23a8ef24152e94a8" providerId="LiveId" clId="{29F16741-6BAB-411C-8EC5-AFE329CAC43E}" dt="2026-02-18T19:58:49.851" v="1012" actId="2890"/>
        <pc:sldMkLst>
          <pc:docMk/>
          <pc:sldMk cId="1065850827" sldId="277"/>
        </pc:sldMkLst>
      </pc:sldChg>
      <pc:sldChg chg="addSp delSp modSp add del mod ord">
        <pc:chgData name="shabilu hamisi" userId="23a8ef24152e94a8" providerId="LiveId" clId="{29F16741-6BAB-411C-8EC5-AFE329CAC43E}" dt="2026-05-20T16:46:24.845" v="3969" actId="47"/>
        <pc:sldMkLst>
          <pc:docMk/>
          <pc:sldMk cId="4237496018" sldId="278"/>
        </pc:sldMkLst>
      </pc:sldChg>
      <pc:sldChg chg="new del">
        <pc:chgData name="shabilu hamisi" userId="23a8ef24152e94a8" providerId="LiveId" clId="{29F16741-6BAB-411C-8EC5-AFE329CAC43E}" dt="2026-02-18T20:48:02.934" v="1058" actId="680"/>
        <pc:sldMkLst>
          <pc:docMk/>
          <pc:sldMk cId="678029446" sldId="279"/>
        </pc:sldMkLst>
      </pc:sldChg>
      <pc:sldChg chg="addSp delSp modSp add mod">
        <pc:chgData name="shabilu hamisi" userId="23a8ef24152e94a8" providerId="LiveId" clId="{29F16741-6BAB-411C-8EC5-AFE329CAC43E}" dt="2026-05-20T18:56:59.629" v="4304" actId="478"/>
        <pc:sldMkLst>
          <pc:docMk/>
          <pc:sldMk cId="2009152683" sldId="279"/>
        </pc:sldMkLst>
        <pc:spChg chg="del">
          <ac:chgData name="shabilu hamisi" userId="23a8ef24152e94a8" providerId="LiveId" clId="{29F16741-6BAB-411C-8EC5-AFE329CAC43E}" dt="2026-05-20T18:56:59.629" v="4304" actId="478"/>
          <ac:spMkLst>
            <pc:docMk/>
            <pc:sldMk cId="2009152683" sldId="279"/>
            <ac:spMk id="2" creationId="{AF38E23E-F1E4-833F-980A-57835B001F49}"/>
          </ac:spMkLst>
        </pc:spChg>
        <pc:spChg chg="del">
          <ac:chgData name="shabilu hamisi" userId="23a8ef24152e94a8" providerId="LiveId" clId="{29F16741-6BAB-411C-8EC5-AFE329CAC43E}" dt="2026-05-20T18:56:59.629" v="4304" actId="478"/>
          <ac:spMkLst>
            <pc:docMk/>
            <pc:sldMk cId="2009152683" sldId="279"/>
            <ac:spMk id="3" creationId="{66B791C1-F370-A10E-1F4A-5C5925FDE68C}"/>
          </ac:spMkLst>
        </pc:spChg>
        <pc:spChg chg="del">
          <ac:chgData name="shabilu hamisi" userId="23a8ef24152e94a8" providerId="LiveId" clId="{29F16741-6BAB-411C-8EC5-AFE329CAC43E}" dt="2026-05-20T18:56:59.629" v="4304" actId="478"/>
          <ac:spMkLst>
            <pc:docMk/>
            <pc:sldMk cId="2009152683" sldId="279"/>
            <ac:spMk id="4" creationId="{929158E5-E884-E4BE-9373-495F81C36F50}"/>
          </ac:spMkLst>
        </pc:spChg>
        <pc:spChg chg="del">
          <ac:chgData name="shabilu hamisi" userId="23a8ef24152e94a8" providerId="LiveId" clId="{29F16741-6BAB-411C-8EC5-AFE329CAC43E}" dt="2026-05-20T18:56:59.629" v="4304" actId="478"/>
          <ac:spMkLst>
            <pc:docMk/>
            <pc:sldMk cId="2009152683" sldId="279"/>
            <ac:spMk id="5" creationId="{89E6C147-7371-BBE1-8ED7-DC8DC5F72FDF}"/>
          </ac:spMkLst>
        </pc:spChg>
        <pc:spChg chg="del">
          <ac:chgData name="shabilu hamisi" userId="23a8ef24152e94a8" providerId="LiveId" clId="{29F16741-6BAB-411C-8EC5-AFE329CAC43E}" dt="2026-05-20T18:56:59.629" v="4304" actId="478"/>
          <ac:spMkLst>
            <pc:docMk/>
            <pc:sldMk cId="2009152683" sldId="279"/>
            <ac:spMk id="9" creationId="{7A6ED57E-CDDB-0158-CBC2-A881C695214E}"/>
          </ac:spMkLst>
        </pc:spChg>
        <pc:spChg chg="del">
          <ac:chgData name="shabilu hamisi" userId="23a8ef24152e94a8" providerId="LiveId" clId="{29F16741-6BAB-411C-8EC5-AFE329CAC43E}" dt="2026-05-20T18:56:59.629" v="4304" actId="478"/>
          <ac:spMkLst>
            <pc:docMk/>
            <pc:sldMk cId="2009152683" sldId="279"/>
            <ac:spMk id="10" creationId="{0C0F9468-B116-DD90-EFC4-6FB42C30BA6B}"/>
          </ac:spMkLst>
        </pc:spChg>
        <pc:spChg chg="add mod">
          <ac:chgData name="shabilu hamisi" userId="23a8ef24152e94a8" providerId="LiveId" clId="{29F16741-6BAB-411C-8EC5-AFE329CAC43E}" dt="2026-05-20T16:42:39.588" v="3958" actId="403"/>
          <ac:spMkLst>
            <pc:docMk/>
            <pc:sldMk cId="2009152683" sldId="279"/>
            <ac:spMk id="18" creationId="{3E824411-8076-45DB-D1C4-B15502F04E55}"/>
          </ac:spMkLst>
        </pc:spChg>
        <pc:grpChg chg="del">
          <ac:chgData name="shabilu hamisi" userId="23a8ef24152e94a8" providerId="LiveId" clId="{29F16741-6BAB-411C-8EC5-AFE329CAC43E}" dt="2026-05-20T18:56:59.629" v="4304" actId="478"/>
          <ac:grpSpMkLst>
            <pc:docMk/>
            <pc:sldMk cId="2009152683" sldId="279"/>
            <ac:grpSpMk id="6" creationId="{758A29C1-C2DD-0D17-7BC5-58E3EE64B41A}"/>
          </ac:grpSpMkLst>
        </pc:grpChg>
        <pc:grpChg chg="del">
          <ac:chgData name="shabilu hamisi" userId="23a8ef24152e94a8" providerId="LiveId" clId="{29F16741-6BAB-411C-8EC5-AFE329CAC43E}" dt="2026-05-20T18:56:59.629" v="4304" actId="478"/>
          <ac:grpSpMkLst>
            <pc:docMk/>
            <pc:sldMk cId="2009152683" sldId="279"/>
            <ac:grpSpMk id="11" creationId="{E80936A2-FC13-60CB-DEFF-4DB9057F1732}"/>
          </ac:grpSpMkLst>
        </pc:grpChg>
      </pc:sldChg>
      <pc:sldChg chg="addSp delSp modSp add del mod">
        <pc:chgData name="shabilu hamisi" userId="23a8ef24152e94a8" providerId="LiveId" clId="{29F16741-6BAB-411C-8EC5-AFE329CAC43E}" dt="2026-05-20T16:45:48.690" v="3966" actId="47"/>
        <pc:sldMkLst>
          <pc:docMk/>
          <pc:sldMk cId="3925335440" sldId="280"/>
        </pc:sldMkLst>
      </pc:sldChg>
      <pc:sldChg chg="addSp delSp modSp add del mod ord">
        <pc:chgData name="shabilu hamisi" userId="23a8ef24152e94a8" providerId="LiveId" clId="{29F16741-6BAB-411C-8EC5-AFE329CAC43E}" dt="2026-05-20T18:57:27.121" v="4306" actId="478"/>
        <pc:sldMkLst>
          <pc:docMk/>
          <pc:sldMk cId="1458139282" sldId="281"/>
        </pc:sldMkLst>
        <pc:spChg chg="del">
          <ac:chgData name="shabilu hamisi" userId="23a8ef24152e94a8" providerId="LiveId" clId="{29F16741-6BAB-411C-8EC5-AFE329CAC43E}" dt="2026-05-20T18:57:09.488" v="4305" actId="478"/>
          <ac:spMkLst>
            <pc:docMk/>
            <pc:sldMk cId="1458139282" sldId="281"/>
            <ac:spMk id="2" creationId="{3DE5A33F-9955-4246-ADB3-4F0B474C5C0B}"/>
          </ac:spMkLst>
        </pc:spChg>
        <pc:spChg chg="del">
          <ac:chgData name="shabilu hamisi" userId="23a8ef24152e94a8" providerId="LiveId" clId="{29F16741-6BAB-411C-8EC5-AFE329CAC43E}" dt="2026-05-20T18:57:09.488" v="4305" actId="478"/>
          <ac:spMkLst>
            <pc:docMk/>
            <pc:sldMk cId="1458139282" sldId="281"/>
            <ac:spMk id="3" creationId="{90E51A24-E553-D766-4062-49E4C020FCFF}"/>
          </ac:spMkLst>
        </pc:spChg>
        <pc:spChg chg="del">
          <ac:chgData name="shabilu hamisi" userId="23a8ef24152e94a8" providerId="LiveId" clId="{29F16741-6BAB-411C-8EC5-AFE329CAC43E}" dt="2026-05-20T18:57:27.121" v="4306" actId="478"/>
          <ac:spMkLst>
            <pc:docMk/>
            <pc:sldMk cId="1458139282" sldId="281"/>
            <ac:spMk id="4" creationId="{D9E58941-4C46-6518-D9AD-F02892E25AD4}"/>
          </ac:spMkLst>
        </pc:spChg>
        <pc:spChg chg="del">
          <ac:chgData name="shabilu hamisi" userId="23a8ef24152e94a8" providerId="LiveId" clId="{29F16741-6BAB-411C-8EC5-AFE329CAC43E}" dt="2026-05-20T18:57:27.121" v="4306" actId="478"/>
          <ac:spMkLst>
            <pc:docMk/>
            <pc:sldMk cId="1458139282" sldId="281"/>
            <ac:spMk id="5" creationId="{819B2097-FF7E-E2C1-7C43-BE726CD797FD}"/>
          </ac:spMkLst>
        </pc:spChg>
        <pc:spChg chg="del">
          <ac:chgData name="shabilu hamisi" userId="23a8ef24152e94a8" providerId="LiveId" clId="{29F16741-6BAB-411C-8EC5-AFE329CAC43E}" dt="2026-05-20T18:57:27.121" v="4306" actId="478"/>
          <ac:spMkLst>
            <pc:docMk/>
            <pc:sldMk cId="1458139282" sldId="281"/>
            <ac:spMk id="9" creationId="{6AE46C5A-71CF-A193-EEAF-985B47CC3DC7}"/>
          </ac:spMkLst>
        </pc:spChg>
        <pc:spChg chg="del">
          <ac:chgData name="shabilu hamisi" userId="23a8ef24152e94a8" providerId="LiveId" clId="{29F16741-6BAB-411C-8EC5-AFE329CAC43E}" dt="2026-05-20T18:57:09.488" v="4305" actId="478"/>
          <ac:spMkLst>
            <pc:docMk/>
            <pc:sldMk cId="1458139282" sldId="281"/>
            <ac:spMk id="10" creationId="{0DDB888D-531E-E359-BBB6-96AB533AB513}"/>
          </ac:spMkLst>
        </pc:spChg>
        <pc:grpChg chg="del">
          <ac:chgData name="shabilu hamisi" userId="23a8ef24152e94a8" providerId="LiveId" clId="{29F16741-6BAB-411C-8EC5-AFE329CAC43E}" dt="2026-05-20T18:57:27.121" v="4306" actId="478"/>
          <ac:grpSpMkLst>
            <pc:docMk/>
            <pc:sldMk cId="1458139282" sldId="281"/>
            <ac:grpSpMk id="6" creationId="{4B2895CA-4138-98C6-A94E-BBCF40D6AE88}"/>
          </ac:grpSpMkLst>
        </pc:grpChg>
        <pc:grpChg chg="del">
          <ac:chgData name="shabilu hamisi" userId="23a8ef24152e94a8" providerId="LiveId" clId="{29F16741-6BAB-411C-8EC5-AFE329CAC43E}" dt="2026-05-20T18:57:27.121" v="4306" actId="478"/>
          <ac:grpSpMkLst>
            <pc:docMk/>
            <pc:sldMk cId="1458139282" sldId="281"/>
            <ac:grpSpMk id="11" creationId="{911F7D29-31D0-5B7B-5E88-14A055567885}"/>
          </ac:grpSpMkLst>
        </pc:grpChg>
      </pc:sldChg>
      <pc:sldChg chg="addSp delSp modSp add del mod ord">
        <pc:chgData name="shabilu hamisi" userId="23a8ef24152e94a8" providerId="LiveId" clId="{29F16741-6BAB-411C-8EC5-AFE329CAC43E}" dt="2026-05-20T17:12:24.173" v="4063" actId="47"/>
        <pc:sldMkLst>
          <pc:docMk/>
          <pc:sldMk cId="3906807349" sldId="282"/>
        </pc:sldMkLst>
      </pc:sldChg>
      <pc:sldChg chg="modSp add del mod">
        <pc:chgData name="shabilu hamisi" userId="23a8ef24152e94a8" providerId="LiveId" clId="{29F16741-6BAB-411C-8EC5-AFE329CAC43E}" dt="2026-03-22T21:35:51.300" v="2342" actId="47"/>
        <pc:sldMkLst>
          <pc:docMk/>
          <pc:sldMk cId="4029876838" sldId="283"/>
        </pc:sldMkLst>
      </pc:sldChg>
      <pc:sldChg chg="modSp add del mod">
        <pc:chgData name="shabilu hamisi" userId="23a8ef24152e94a8" providerId="LiveId" clId="{29F16741-6BAB-411C-8EC5-AFE329CAC43E}" dt="2026-03-22T21:35:51.300" v="2342" actId="47"/>
        <pc:sldMkLst>
          <pc:docMk/>
          <pc:sldMk cId="3945225042" sldId="284"/>
        </pc:sldMkLst>
      </pc:sldChg>
      <pc:sldChg chg="modSp add del mod">
        <pc:chgData name="shabilu hamisi" userId="23a8ef24152e94a8" providerId="LiveId" clId="{29F16741-6BAB-411C-8EC5-AFE329CAC43E}" dt="2026-03-22T21:35:51.300" v="2342" actId="47"/>
        <pc:sldMkLst>
          <pc:docMk/>
          <pc:sldMk cId="3446013356" sldId="285"/>
        </pc:sldMkLst>
      </pc:sldChg>
      <pc:sldChg chg="modSp add del mod">
        <pc:chgData name="shabilu hamisi" userId="23a8ef24152e94a8" providerId="LiveId" clId="{29F16741-6BAB-411C-8EC5-AFE329CAC43E}" dt="2026-03-22T21:35:51.300" v="2342" actId="47"/>
        <pc:sldMkLst>
          <pc:docMk/>
          <pc:sldMk cId="1964200227" sldId="286"/>
        </pc:sldMkLst>
      </pc:sldChg>
      <pc:sldChg chg="modSp add del mod">
        <pc:chgData name="shabilu hamisi" userId="23a8ef24152e94a8" providerId="LiveId" clId="{29F16741-6BAB-411C-8EC5-AFE329CAC43E}" dt="2026-03-22T21:35:51.300" v="2342" actId="47"/>
        <pc:sldMkLst>
          <pc:docMk/>
          <pc:sldMk cId="671963907" sldId="287"/>
        </pc:sldMkLst>
      </pc:sldChg>
      <pc:sldChg chg="addSp delSp modSp add del mod ord">
        <pc:chgData name="shabilu hamisi" userId="23a8ef24152e94a8" providerId="LiveId" clId="{29F16741-6BAB-411C-8EC5-AFE329CAC43E}" dt="2026-05-20T16:45:43.909" v="3965" actId="47"/>
        <pc:sldMkLst>
          <pc:docMk/>
          <pc:sldMk cId="2205950048" sldId="288"/>
        </pc:sldMkLst>
      </pc:sldChg>
      <pc:sldChg chg="addSp delSp modSp add mod">
        <pc:chgData name="shabilu hamisi" userId="23a8ef24152e94a8" providerId="LiveId" clId="{29F16741-6BAB-411C-8EC5-AFE329CAC43E}" dt="2026-05-20T18:57:42.668" v="4307" actId="478"/>
        <pc:sldMkLst>
          <pc:docMk/>
          <pc:sldMk cId="4219879708" sldId="289"/>
        </pc:sldMkLst>
        <pc:spChg chg="del">
          <ac:chgData name="shabilu hamisi" userId="23a8ef24152e94a8" providerId="LiveId" clId="{29F16741-6BAB-411C-8EC5-AFE329CAC43E}" dt="2026-05-20T18:57:42.668" v="4307" actId="478"/>
          <ac:spMkLst>
            <pc:docMk/>
            <pc:sldMk cId="4219879708" sldId="289"/>
            <ac:spMk id="2" creationId="{67950C65-9B1D-E0A9-CF02-1989E8A22912}"/>
          </ac:spMkLst>
        </pc:spChg>
        <pc:spChg chg="del">
          <ac:chgData name="shabilu hamisi" userId="23a8ef24152e94a8" providerId="LiveId" clId="{29F16741-6BAB-411C-8EC5-AFE329CAC43E}" dt="2026-05-20T18:57:42.668" v="4307" actId="478"/>
          <ac:spMkLst>
            <pc:docMk/>
            <pc:sldMk cId="4219879708" sldId="289"/>
            <ac:spMk id="3" creationId="{909E2706-0345-EEA7-838C-63675E83FF8A}"/>
          </ac:spMkLst>
        </pc:spChg>
        <pc:spChg chg="del">
          <ac:chgData name="shabilu hamisi" userId="23a8ef24152e94a8" providerId="LiveId" clId="{29F16741-6BAB-411C-8EC5-AFE329CAC43E}" dt="2026-05-20T18:57:42.668" v="4307" actId="478"/>
          <ac:spMkLst>
            <pc:docMk/>
            <pc:sldMk cId="4219879708" sldId="289"/>
            <ac:spMk id="4" creationId="{A28E0887-79EA-393D-6297-42FDB986675C}"/>
          </ac:spMkLst>
        </pc:spChg>
        <pc:spChg chg="del">
          <ac:chgData name="shabilu hamisi" userId="23a8ef24152e94a8" providerId="LiveId" clId="{29F16741-6BAB-411C-8EC5-AFE329CAC43E}" dt="2026-05-20T18:57:42.668" v="4307" actId="478"/>
          <ac:spMkLst>
            <pc:docMk/>
            <pc:sldMk cId="4219879708" sldId="289"/>
            <ac:spMk id="5" creationId="{C2B14AA4-B4C3-026A-E74F-D81C916612A3}"/>
          </ac:spMkLst>
        </pc:spChg>
        <pc:spChg chg="del">
          <ac:chgData name="shabilu hamisi" userId="23a8ef24152e94a8" providerId="LiveId" clId="{29F16741-6BAB-411C-8EC5-AFE329CAC43E}" dt="2026-05-20T18:57:42.668" v="4307" actId="478"/>
          <ac:spMkLst>
            <pc:docMk/>
            <pc:sldMk cId="4219879708" sldId="289"/>
            <ac:spMk id="9" creationId="{DC116F52-EDDA-9EE0-5E59-5CA0DD5416CD}"/>
          </ac:spMkLst>
        </pc:spChg>
        <pc:spChg chg="del">
          <ac:chgData name="shabilu hamisi" userId="23a8ef24152e94a8" providerId="LiveId" clId="{29F16741-6BAB-411C-8EC5-AFE329CAC43E}" dt="2026-05-20T18:57:42.668" v="4307" actId="478"/>
          <ac:spMkLst>
            <pc:docMk/>
            <pc:sldMk cId="4219879708" sldId="289"/>
            <ac:spMk id="10" creationId="{ED8B2E2E-827E-4F43-D83B-1BC0F9FCFAEB}"/>
          </ac:spMkLst>
        </pc:spChg>
        <pc:spChg chg="add mod">
          <ac:chgData name="shabilu hamisi" userId="23a8ef24152e94a8" providerId="LiveId" clId="{29F16741-6BAB-411C-8EC5-AFE329CAC43E}" dt="2026-05-20T17:09:55.409" v="4029" actId="20577"/>
          <ac:spMkLst>
            <pc:docMk/>
            <pc:sldMk cId="4219879708" sldId="289"/>
            <ac:spMk id="21" creationId="{EFDA760B-136F-6FE2-7087-DAB24C578A62}"/>
          </ac:spMkLst>
        </pc:spChg>
        <pc:grpChg chg="del">
          <ac:chgData name="shabilu hamisi" userId="23a8ef24152e94a8" providerId="LiveId" clId="{29F16741-6BAB-411C-8EC5-AFE329CAC43E}" dt="2026-05-20T18:57:42.668" v="4307" actId="478"/>
          <ac:grpSpMkLst>
            <pc:docMk/>
            <pc:sldMk cId="4219879708" sldId="289"/>
            <ac:grpSpMk id="6" creationId="{7F73C4C5-2C72-6402-A295-60181B3C93EF}"/>
          </ac:grpSpMkLst>
        </pc:grpChg>
        <pc:grpChg chg="del">
          <ac:chgData name="shabilu hamisi" userId="23a8ef24152e94a8" providerId="LiveId" clId="{29F16741-6BAB-411C-8EC5-AFE329CAC43E}" dt="2026-05-20T18:57:42.668" v="4307" actId="478"/>
          <ac:grpSpMkLst>
            <pc:docMk/>
            <pc:sldMk cId="4219879708" sldId="289"/>
            <ac:grpSpMk id="11" creationId="{F049E235-DAC7-5181-56B2-6290A098EFBA}"/>
          </ac:grpSpMkLst>
        </pc:grpChg>
      </pc:sldChg>
      <pc:sldChg chg="modSp add del mod">
        <pc:chgData name="shabilu hamisi" userId="23a8ef24152e94a8" providerId="LiveId" clId="{29F16741-6BAB-411C-8EC5-AFE329CAC43E}" dt="2026-03-22T22:10:36.506" v="2716" actId="47"/>
        <pc:sldMkLst>
          <pc:docMk/>
          <pc:sldMk cId="3943810605" sldId="290"/>
        </pc:sldMkLst>
      </pc:sldChg>
      <pc:sldChg chg="add del">
        <pc:chgData name="shabilu hamisi" userId="23a8ef24152e94a8" providerId="LiveId" clId="{29F16741-6BAB-411C-8EC5-AFE329CAC43E}" dt="2026-03-22T22:01:06.853" v="2579" actId="47"/>
        <pc:sldMkLst>
          <pc:docMk/>
          <pc:sldMk cId="3394510498" sldId="291"/>
        </pc:sldMkLst>
      </pc:sldChg>
      <pc:sldChg chg="modSp add del mod">
        <pc:chgData name="shabilu hamisi" userId="23a8ef24152e94a8" providerId="LiveId" clId="{29F16741-6BAB-411C-8EC5-AFE329CAC43E}" dt="2026-03-22T22:01:26.008" v="2580" actId="47"/>
        <pc:sldMkLst>
          <pc:docMk/>
          <pc:sldMk cId="1355315047" sldId="292"/>
        </pc:sldMkLst>
      </pc:sldChg>
      <pc:sldChg chg="addSp delSp modSp add mod">
        <pc:chgData name="shabilu hamisi" userId="23a8ef24152e94a8" providerId="LiveId" clId="{29F16741-6BAB-411C-8EC5-AFE329CAC43E}" dt="2026-05-20T18:58:05.170" v="4309" actId="478"/>
        <pc:sldMkLst>
          <pc:docMk/>
          <pc:sldMk cId="1077668223" sldId="293"/>
        </pc:sldMkLst>
        <pc:spChg chg="del">
          <ac:chgData name="shabilu hamisi" userId="23a8ef24152e94a8" providerId="LiveId" clId="{29F16741-6BAB-411C-8EC5-AFE329CAC43E}" dt="2026-05-20T18:58:01.403" v="4308" actId="478"/>
          <ac:spMkLst>
            <pc:docMk/>
            <pc:sldMk cId="1077668223" sldId="293"/>
            <ac:spMk id="2" creationId="{D05E28B1-3BE9-4EC1-25DA-1625DAA5A2D7}"/>
          </ac:spMkLst>
        </pc:spChg>
        <pc:spChg chg="del">
          <ac:chgData name="shabilu hamisi" userId="23a8ef24152e94a8" providerId="LiveId" clId="{29F16741-6BAB-411C-8EC5-AFE329CAC43E}" dt="2026-05-20T18:58:01.403" v="4308" actId="478"/>
          <ac:spMkLst>
            <pc:docMk/>
            <pc:sldMk cId="1077668223" sldId="293"/>
            <ac:spMk id="3" creationId="{A1DE04EB-4BF2-9E0F-3E31-57414B6A414D}"/>
          </ac:spMkLst>
        </pc:spChg>
        <pc:spChg chg="del">
          <ac:chgData name="shabilu hamisi" userId="23a8ef24152e94a8" providerId="LiveId" clId="{29F16741-6BAB-411C-8EC5-AFE329CAC43E}" dt="2026-05-20T18:58:05.170" v="4309" actId="478"/>
          <ac:spMkLst>
            <pc:docMk/>
            <pc:sldMk cId="1077668223" sldId="293"/>
            <ac:spMk id="4" creationId="{3B581F64-B256-EB3A-AC06-64AEBECABCC8}"/>
          </ac:spMkLst>
        </pc:spChg>
        <pc:spChg chg="del">
          <ac:chgData name="shabilu hamisi" userId="23a8ef24152e94a8" providerId="LiveId" clId="{29F16741-6BAB-411C-8EC5-AFE329CAC43E}" dt="2026-05-20T18:58:05.170" v="4309" actId="478"/>
          <ac:spMkLst>
            <pc:docMk/>
            <pc:sldMk cId="1077668223" sldId="293"/>
            <ac:spMk id="5" creationId="{4F00ECAF-9592-8DCE-B175-A7C86604EE63}"/>
          </ac:spMkLst>
        </pc:spChg>
        <pc:spChg chg="del">
          <ac:chgData name="shabilu hamisi" userId="23a8ef24152e94a8" providerId="LiveId" clId="{29F16741-6BAB-411C-8EC5-AFE329CAC43E}" dt="2026-05-20T18:58:01.403" v="4308" actId="478"/>
          <ac:spMkLst>
            <pc:docMk/>
            <pc:sldMk cId="1077668223" sldId="293"/>
            <ac:spMk id="9" creationId="{24591DD7-CEB7-7E8F-D6C5-0C7440D12821}"/>
          </ac:spMkLst>
        </pc:spChg>
        <pc:spChg chg="del">
          <ac:chgData name="shabilu hamisi" userId="23a8ef24152e94a8" providerId="LiveId" clId="{29F16741-6BAB-411C-8EC5-AFE329CAC43E}" dt="2026-05-20T18:58:01.403" v="4308" actId="478"/>
          <ac:spMkLst>
            <pc:docMk/>
            <pc:sldMk cId="1077668223" sldId="293"/>
            <ac:spMk id="10" creationId="{49E314A2-7636-138B-5837-7A2E5BCB5D67}"/>
          </ac:spMkLst>
        </pc:spChg>
        <pc:spChg chg="add mod">
          <ac:chgData name="shabilu hamisi" userId="23a8ef24152e94a8" providerId="LiveId" clId="{29F16741-6BAB-411C-8EC5-AFE329CAC43E}" dt="2026-05-20T17:11:58.514" v="4062" actId="5793"/>
          <ac:spMkLst>
            <pc:docMk/>
            <pc:sldMk cId="1077668223" sldId="293"/>
            <ac:spMk id="18" creationId="{4A91D71A-C90C-DA83-6263-95F288FE43B2}"/>
          </ac:spMkLst>
        </pc:spChg>
        <pc:grpChg chg="del">
          <ac:chgData name="shabilu hamisi" userId="23a8ef24152e94a8" providerId="LiveId" clId="{29F16741-6BAB-411C-8EC5-AFE329CAC43E}" dt="2026-05-20T18:58:01.403" v="4308" actId="478"/>
          <ac:grpSpMkLst>
            <pc:docMk/>
            <pc:sldMk cId="1077668223" sldId="293"/>
            <ac:grpSpMk id="6" creationId="{BD43CC26-5E8E-2DCB-96A1-1D4BB62971DA}"/>
          </ac:grpSpMkLst>
        </pc:grpChg>
        <pc:grpChg chg="del">
          <ac:chgData name="shabilu hamisi" userId="23a8ef24152e94a8" providerId="LiveId" clId="{29F16741-6BAB-411C-8EC5-AFE329CAC43E}" dt="2026-05-20T18:58:01.403" v="4308" actId="478"/>
          <ac:grpSpMkLst>
            <pc:docMk/>
            <pc:sldMk cId="1077668223" sldId="293"/>
            <ac:grpSpMk id="11" creationId="{8182E660-6A22-CDDC-1D2E-9EE5800B2DC9}"/>
          </ac:grpSpMkLst>
        </pc:grpChg>
      </pc:sldChg>
      <pc:sldChg chg="addSp delSp modSp add del mod">
        <pc:chgData name="shabilu hamisi" userId="23a8ef24152e94a8" providerId="LiveId" clId="{29F16741-6BAB-411C-8EC5-AFE329CAC43E}" dt="2026-05-20T17:12:34.095" v="4065" actId="47"/>
        <pc:sldMkLst>
          <pc:docMk/>
          <pc:sldMk cId="2752244461" sldId="294"/>
        </pc:sldMkLst>
      </pc:sldChg>
      <pc:sldChg chg="addSp delSp modSp add del mod">
        <pc:chgData name="shabilu hamisi" userId="23a8ef24152e94a8" providerId="LiveId" clId="{29F16741-6BAB-411C-8EC5-AFE329CAC43E}" dt="2026-05-20T17:12:29.907" v="4064" actId="47"/>
        <pc:sldMkLst>
          <pc:docMk/>
          <pc:sldMk cId="3790289096" sldId="295"/>
        </pc:sldMkLst>
      </pc:sldChg>
      <pc:sldChg chg="new del">
        <pc:chgData name="shabilu hamisi" userId="23a8ef24152e94a8" providerId="LiveId" clId="{29F16741-6BAB-411C-8EC5-AFE329CAC43E}" dt="2026-03-22T22:28:30.015" v="2991" actId="680"/>
        <pc:sldMkLst>
          <pc:docMk/>
          <pc:sldMk cId="1821500429" sldId="296"/>
        </pc:sldMkLst>
      </pc:sldChg>
      <pc:sldChg chg="addSp delSp modSp add del mod">
        <pc:chgData name="shabilu hamisi" userId="23a8ef24152e94a8" providerId="LiveId" clId="{29F16741-6BAB-411C-8EC5-AFE329CAC43E}" dt="2026-05-20T17:12:49.190" v="4068" actId="47"/>
        <pc:sldMkLst>
          <pc:docMk/>
          <pc:sldMk cId="2740631706" sldId="296"/>
        </pc:sldMkLst>
      </pc:sldChg>
      <pc:sldChg chg="addSp delSp modSp add del mod ord">
        <pc:chgData name="shabilu hamisi" userId="23a8ef24152e94a8" providerId="LiveId" clId="{29F16741-6BAB-411C-8EC5-AFE329CAC43E}" dt="2026-05-20T17:12:40.861" v="4066" actId="47"/>
        <pc:sldMkLst>
          <pc:docMk/>
          <pc:sldMk cId="2208865377" sldId="297"/>
        </pc:sldMkLst>
      </pc:sldChg>
      <pc:sldChg chg="addSp delSp modSp add del mod">
        <pc:chgData name="shabilu hamisi" userId="23a8ef24152e94a8" providerId="LiveId" clId="{29F16741-6BAB-411C-8EC5-AFE329CAC43E}" dt="2026-05-20T17:12:44.268" v="4067" actId="47"/>
        <pc:sldMkLst>
          <pc:docMk/>
          <pc:sldMk cId="4021401833" sldId="298"/>
        </pc:sldMkLst>
      </pc:sldChg>
      <pc:sldChg chg="modSp add del mod">
        <pc:chgData name="shabilu hamisi" userId="23a8ef24152e94a8" providerId="LiveId" clId="{29F16741-6BAB-411C-8EC5-AFE329CAC43E}" dt="2026-05-20T17:12:58.446" v="4070" actId="47"/>
        <pc:sldMkLst>
          <pc:docMk/>
          <pc:sldMk cId="3772877612" sldId="299"/>
        </pc:sldMkLst>
      </pc:sldChg>
      <pc:sldChg chg="modSp add del mod">
        <pc:chgData name="shabilu hamisi" userId="23a8ef24152e94a8" providerId="LiveId" clId="{29F16741-6BAB-411C-8EC5-AFE329CAC43E}" dt="2026-05-20T17:12:54.368" v="4069" actId="47"/>
        <pc:sldMkLst>
          <pc:docMk/>
          <pc:sldMk cId="1252359547" sldId="300"/>
        </pc:sldMkLst>
      </pc:sldChg>
      <pc:sldChg chg="delSp modSp add mod">
        <pc:chgData name="shabilu hamisi" userId="23a8ef24152e94a8" providerId="LiveId" clId="{29F16741-6BAB-411C-8EC5-AFE329CAC43E}" dt="2026-05-20T15:49:59.161" v="3934" actId="20577"/>
        <pc:sldMkLst>
          <pc:docMk/>
          <pc:sldMk cId="1410822218" sldId="301"/>
        </pc:sldMkLst>
        <pc:spChg chg="mod">
          <ac:chgData name="shabilu hamisi" userId="23a8ef24152e94a8" providerId="LiveId" clId="{29F16741-6BAB-411C-8EC5-AFE329CAC43E}" dt="2026-05-20T15:49:59.161" v="3934" actId="20577"/>
          <ac:spMkLst>
            <pc:docMk/>
            <pc:sldMk cId="1410822218" sldId="301"/>
            <ac:spMk id="14" creationId="{2C1D1AAE-89B0-A07C-3F5B-C30063D238F6}"/>
          </ac:spMkLst>
        </pc:spChg>
        <pc:spChg chg="del">
          <ac:chgData name="shabilu hamisi" userId="23a8ef24152e94a8" providerId="LiveId" clId="{29F16741-6BAB-411C-8EC5-AFE329CAC43E}" dt="2026-05-20T15:49:05.203" v="3926" actId="478"/>
          <ac:spMkLst>
            <pc:docMk/>
            <pc:sldMk cId="1410822218" sldId="301"/>
            <ac:spMk id="30" creationId="{6BF71E4D-A884-AEB6-41EF-A41D11F9E0C4}"/>
          </ac:spMkLst>
        </pc:spChg>
      </pc:sldChg>
      <pc:sldChg chg="new del">
        <pc:chgData name="shabilu hamisi" userId="23a8ef24152e94a8" providerId="LiveId" clId="{29F16741-6BAB-411C-8EC5-AFE329CAC43E}" dt="2026-05-20T15:48:04.668" v="3913" actId="47"/>
        <pc:sldMkLst>
          <pc:docMk/>
          <pc:sldMk cId="3993246622" sldId="301"/>
        </pc:sldMkLst>
      </pc:sldChg>
      <pc:sldChg chg="addSp delSp modSp add mod">
        <pc:chgData name="shabilu hamisi" userId="23a8ef24152e94a8" providerId="LiveId" clId="{29F16741-6BAB-411C-8EC5-AFE329CAC43E}" dt="2026-05-20T17:41:29.310" v="4129" actId="14100"/>
        <pc:sldMkLst>
          <pc:docMk/>
          <pc:sldMk cId="3072505994" sldId="302"/>
        </pc:sldMkLst>
        <pc:spChg chg="del">
          <ac:chgData name="shabilu hamisi" userId="23a8ef24152e94a8" providerId="LiveId" clId="{29F16741-6BAB-411C-8EC5-AFE329CAC43E}" dt="2026-05-20T17:41:13.993" v="4124" actId="478"/>
          <ac:spMkLst>
            <pc:docMk/>
            <pc:sldMk cId="3072505994" sldId="302"/>
            <ac:spMk id="2" creationId="{10EB60B8-CD87-90CF-3688-F43ED2DB4AC0}"/>
          </ac:spMkLst>
        </pc:spChg>
        <pc:spChg chg="del">
          <ac:chgData name="shabilu hamisi" userId="23a8ef24152e94a8" providerId="LiveId" clId="{29F16741-6BAB-411C-8EC5-AFE329CAC43E}" dt="2026-05-20T17:41:13.993" v="4124" actId="478"/>
          <ac:spMkLst>
            <pc:docMk/>
            <pc:sldMk cId="3072505994" sldId="302"/>
            <ac:spMk id="3" creationId="{013E639E-F61B-0359-990E-72A9049A9461}"/>
          </ac:spMkLst>
        </pc:spChg>
        <pc:spChg chg="del">
          <ac:chgData name="shabilu hamisi" userId="23a8ef24152e94a8" providerId="LiveId" clId="{29F16741-6BAB-411C-8EC5-AFE329CAC43E}" dt="2026-05-20T17:41:03.007" v="4122" actId="478"/>
          <ac:spMkLst>
            <pc:docMk/>
            <pc:sldMk cId="3072505994" sldId="302"/>
            <ac:spMk id="4" creationId="{4E8E0BF8-7472-79B7-69F6-3F1BA3CCA7EA}"/>
          </ac:spMkLst>
        </pc:spChg>
        <pc:spChg chg="del">
          <ac:chgData name="shabilu hamisi" userId="23a8ef24152e94a8" providerId="LiveId" clId="{29F16741-6BAB-411C-8EC5-AFE329CAC43E}" dt="2026-05-20T17:41:03.007" v="4122" actId="478"/>
          <ac:spMkLst>
            <pc:docMk/>
            <pc:sldMk cId="3072505994" sldId="302"/>
            <ac:spMk id="5" creationId="{F61A8800-E38B-CD61-C670-1E42740A0C7F}"/>
          </ac:spMkLst>
        </pc:spChg>
        <pc:spChg chg="del">
          <ac:chgData name="shabilu hamisi" userId="23a8ef24152e94a8" providerId="LiveId" clId="{29F16741-6BAB-411C-8EC5-AFE329CAC43E}" dt="2026-05-20T17:41:03.007" v="4122" actId="478"/>
          <ac:spMkLst>
            <pc:docMk/>
            <pc:sldMk cId="3072505994" sldId="302"/>
            <ac:spMk id="9" creationId="{5FF81F1A-B955-FF82-9D71-C0F33D3658E4}"/>
          </ac:spMkLst>
        </pc:spChg>
        <pc:spChg chg="del">
          <ac:chgData name="shabilu hamisi" userId="23a8ef24152e94a8" providerId="LiveId" clId="{29F16741-6BAB-411C-8EC5-AFE329CAC43E}" dt="2026-05-20T17:41:13.993" v="4124" actId="478"/>
          <ac:spMkLst>
            <pc:docMk/>
            <pc:sldMk cId="3072505994" sldId="302"/>
            <ac:spMk id="10" creationId="{A86409E0-0C0F-4DD8-0DD1-8CD2171E480C}"/>
          </ac:spMkLst>
        </pc:spChg>
        <pc:spChg chg="add mod">
          <ac:chgData name="shabilu hamisi" userId="23a8ef24152e94a8" providerId="LiveId" clId="{29F16741-6BAB-411C-8EC5-AFE329CAC43E}" dt="2026-05-20T17:29:29.721" v="4090" actId="403"/>
          <ac:spMkLst>
            <pc:docMk/>
            <pc:sldMk cId="3072505994" sldId="302"/>
            <ac:spMk id="15" creationId="{8868BA2A-557A-40AD-9180-5B8B5E358749}"/>
          </ac:spMkLst>
        </pc:spChg>
        <pc:spChg chg="del mod">
          <ac:chgData name="shabilu hamisi" userId="23a8ef24152e94a8" providerId="LiveId" clId="{29F16741-6BAB-411C-8EC5-AFE329CAC43E}" dt="2026-05-20T17:15:39.375" v="4073" actId="478"/>
          <ac:spMkLst>
            <pc:docMk/>
            <pc:sldMk cId="3072505994" sldId="302"/>
            <ac:spMk id="18" creationId="{19D36BA5-BFCD-713D-1721-BC06E40DA1D2}"/>
          </ac:spMkLst>
        </pc:spChg>
        <pc:spChg chg="mod">
          <ac:chgData name="shabilu hamisi" userId="23a8ef24152e94a8" providerId="LiveId" clId="{29F16741-6BAB-411C-8EC5-AFE329CAC43E}" dt="2026-05-20T17:28:55.856" v="4083"/>
          <ac:spMkLst>
            <pc:docMk/>
            <pc:sldMk cId="3072505994" sldId="302"/>
            <ac:spMk id="28" creationId="{71A48078-79AE-6D1A-8AC6-0F51495172B8}"/>
          </ac:spMkLst>
        </pc:spChg>
        <pc:grpChg chg="del">
          <ac:chgData name="shabilu hamisi" userId="23a8ef24152e94a8" providerId="LiveId" clId="{29F16741-6BAB-411C-8EC5-AFE329CAC43E}" dt="2026-05-20T17:41:06.617" v="4123" actId="478"/>
          <ac:grpSpMkLst>
            <pc:docMk/>
            <pc:sldMk cId="3072505994" sldId="302"/>
            <ac:grpSpMk id="6" creationId="{6002D339-9587-6893-8C61-69CDCCD81DC9}"/>
          </ac:grpSpMkLst>
        </pc:grpChg>
        <pc:grpChg chg="del">
          <ac:chgData name="shabilu hamisi" userId="23a8ef24152e94a8" providerId="LiveId" clId="{29F16741-6BAB-411C-8EC5-AFE329CAC43E}" dt="2026-05-20T17:41:17.086" v="4125" actId="478"/>
          <ac:grpSpMkLst>
            <pc:docMk/>
            <pc:sldMk cId="3072505994" sldId="302"/>
            <ac:grpSpMk id="11" creationId="{A24E73CF-C448-C247-A080-04E9E5ECDFE0}"/>
          </ac:grpSpMkLst>
        </pc:grpChg>
        <pc:picChg chg="add del mod">
          <ac:chgData name="shabilu hamisi" userId="23a8ef24152e94a8" providerId="LiveId" clId="{29F16741-6BAB-411C-8EC5-AFE329CAC43E}" dt="2026-05-20T17:29:00.997" v="4084" actId="478"/>
          <ac:picMkLst>
            <pc:docMk/>
            <pc:sldMk cId="3072505994" sldId="302"/>
            <ac:picMk id="4098" creationId="{ED42C032-34A9-EF59-38D4-DB8717390E97}"/>
          </ac:picMkLst>
        </pc:picChg>
        <pc:picChg chg="add del mod">
          <ac:chgData name="shabilu hamisi" userId="23a8ef24152e94a8" providerId="LiveId" clId="{29F16741-6BAB-411C-8EC5-AFE329CAC43E}" dt="2026-05-20T17:33:12.670" v="4097" actId="478"/>
          <ac:picMkLst>
            <pc:docMk/>
            <pc:sldMk cId="3072505994" sldId="302"/>
            <ac:picMk id="4100" creationId="{9EC08B37-B7D3-C80D-4F65-4E5484E9FDA4}"/>
          </ac:picMkLst>
        </pc:picChg>
        <pc:picChg chg="add mod">
          <ac:chgData name="shabilu hamisi" userId="23a8ef24152e94a8" providerId="LiveId" clId="{29F16741-6BAB-411C-8EC5-AFE329CAC43E}" dt="2026-05-20T17:41:23.716" v="4127" actId="14100"/>
          <ac:picMkLst>
            <pc:docMk/>
            <pc:sldMk cId="3072505994" sldId="302"/>
            <ac:picMk id="4102" creationId="{05BCF0D3-583D-9162-B77B-0003FCCD68D5}"/>
          </ac:picMkLst>
        </pc:picChg>
        <pc:picChg chg="add mod">
          <ac:chgData name="shabilu hamisi" userId="23a8ef24152e94a8" providerId="LiveId" clId="{29F16741-6BAB-411C-8EC5-AFE329CAC43E}" dt="2026-05-20T17:41:29.310" v="4129" actId="14100"/>
          <ac:picMkLst>
            <pc:docMk/>
            <pc:sldMk cId="3072505994" sldId="302"/>
            <ac:picMk id="4104" creationId="{1191824F-1C78-670F-1002-CECAEC6265C2}"/>
          </ac:picMkLst>
        </pc:picChg>
      </pc:sldChg>
      <pc:sldChg chg="addSp delSp modSp add">
        <pc:chgData name="shabilu hamisi" userId="23a8ef24152e94a8" providerId="LiveId" clId="{29F16741-6BAB-411C-8EC5-AFE329CAC43E}" dt="2026-05-20T17:46:37.838" v="4149" actId="478"/>
        <pc:sldMkLst>
          <pc:docMk/>
          <pc:sldMk cId="2391078459" sldId="303"/>
        </pc:sldMkLst>
        <pc:spChg chg="mod">
          <ac:chgData name="shabilu hamisi" userId="23a8ef24152e94a8" providerId="LiveId" clId="{29F16741-6BAB-411C-8EC5-AFE329CAC43E}" dt="2026-05-20T17:42:19.325" v="4133"/>
          <ac:spMkLst>
            <pc:docMk/>
            <pc:sldMk cId="2391078459" sldId="303"/>
            <ac:spMk id="15" creationId="{FA675AED-3577-E941-CD14-4D89C7D85399}"/>
          </ac:spMkLst>
        </pc:spChg>
        <pc:picChg chg="del">
          <ac:chgData name="shabilu hamisi" userId="23a8ef24152e94a8" providerId="LiveId" clId="{29F16741-6BAB-411C-8EC5-AFE329CAC43E}" dt="2026-05-20T17:41:51.319" v="4131" actId="478"/>
          <ac:picMkLst>
            <pc:docMk/>
            <pc:sldMk cId="2391078459" sldId="303"/>
            <ac:picMk id="4102" creationId="{BF0697A1-B20E-4464-01A4-A7BF61901941}"/>
          </ac:picMkLst>
        </pc:picChg>
        <pc:picChg chg="del">
          <ac:chgData name="shabilu hamisi" userId="23a8ef24152e94a8" providerId="LiveId" clId="{29F16741-6BAB-411C-8EC5-AFE329CAC43E}" dt="2026-05-20T17:41:54.022" v="4132" actId="478"/>
          <ac:picMkLst>
            <pc:docMk/>
            <pc:sldMk cId="2391078459" sldId="303"/>
            <ac:picMk id="4104" creationId="{A3DEA7E9-D8CE-FD96-26A3-8DEBDDAD5FF8}"/>
          </ac:picMkLst>
        </pc:picChg>
        <pc:picChg chg="add mod">
          <ac:chgData name="shabilu hamisi" userId="23a8ef24152e94a8" providerId="LiveId" clId="{29F16741-6BAB-411C-8EC5-AFE329CAC43E}" dt="2026-05-20T17:45:20.769" v="4143" actId="14100"/>
          <ac:picMkLst>
            <pc:docMk/>
            <pc:sldMk cId="2391078459" sldId="303"/>
            <ac:picMk id="5122" creationId="{8872D0C1-790F-4BE6-498F-71E9FDE2B927}"/>
          </ac:picMkLst>
        </pc:picChg>
        <pc:picChg chg="add del mod">
          <ac:chgData name="shabilu hamisi" userId="23a8ef24152e94a8" providerId="LiveId" clId="{29F16741-6BAB-411C-8EC5-AFE329CAC43E}" dt="2026-05-20T17:46:37.838" v="4149" actId="478"/>
          <ac:picMkLst>
            <pc:docMk/>
            <pc:sldMk cId="2391078459" sldId="303"/>
            <ac:picMk id="5124" creationId="{FC6033FD-E408-A64D-DA41-5D2B5951E0FA}"/>
          </ac:picMkLst>
        </pc:picChg>
      </pc:sldChg>
      <pc:sldChg chg="addSp delSp modSp add mod">
        <pc:chgData name="shabilu hamisi" userId="23a8ef24152e94a8" providerId="LiveId" clId="{29F16741-6BAB-411C-8EC5-AFE329CAC43E}" dt="2026-05-20T17:49:59.310" v="4161"/>
        <pc:sldMkLst>
          <pc:docMk/>
          <pc:sldMk cId="1357537297" sldId="304"/>
        </pc:sldMkLst>
        <pc:spChg chg="add del">
          <ac:chgData name="shabilu hamisi" userId="23a8ef24152e94a8" providerId="LiveId" clId="{29F16741-6BAB-411C-8EC5-AFE329CAC43E}" dt="2026-05-20T17:48:37.658" v="4154" actId="22"/>
          <ac:spMkLst>
            <pc:docMk/>
            <pc:sldMk cId="1357537297" sldId="304"/>
            <ac:spMk id="3" creationId="{B876D6A6-E2EA-6348-212A-208D715B10C4}"/>
          </ac:spMkLst>
        </pc:spChg>
        <pc:spChg chg="mod">
          <ac:chgData name="shabilu hamisi" userId="23a8ef24152e94a8" providerId="LiveId" clId="{29F16741-6BAB-411C-8EC5-AFE329CAC43E}" dt="2026-05-20T17:49:59.310" v="4161"/>
          <ac:spMkLst>
            <pc:docMk/>
            <pc:sldMk cId="1357537297" sldId="304"/>
            <ac:spMk id="15" creationId="{1A96774F-716D-E6F7-C318-EAD6374A7C3E}"/>
          </ac:spMkLst>
        </pc:spChg>
        <pc:picChg chg="del">
          <ac:chgData name="shabilu hamisi" userId="23a8ef24152e94a8" providerId="LiveId" clId="{29F16741-6BAB-411C-8EC5-AFE329CAC43E}" dt="2026-05-20T17:48:31.470" v="4151" actId="478"/>
          <ac:picMkLst>
            <pc:docMk/>
            <pc:sldMk cId="1357537297" sldId="304"/>
            <ac:picMk id="5122" creationId="{307B48F3-E675-9FB3-E612-08DC8A89954F}"/>
          </ac:picMkLst>
        </pc:picChg>
        <pc:picChg chg="del">
          <ac:chgData name="shabilu hamisi" userId="23a8ef24152e94a8" providerId="LiveId" clId="{29F16741-6BAB-411C-8EC5-AFE329CAC43E}" dt="2026-05-20T17:48:33.970" v="4152" actId="478"/>
          <ac:picMkLst>
            <pc:docMk/>
            <pc:sldMk cId="1357537297" sldId="304"/>
            <ac:picMk id="5124" creationId="{ACC89DE4-F81A-4A86-1FAC-E77DC036A81B}"/>
          </ac:picMkLst>
        </pc:picChg>
        <pc:picChg chg="add mod">
          <ac:chgData name="shabilu hamisi" userId="23a8ef24152e94a8" providerId="LiveId" clId="{29F16741-6BAB-411C-8EC5-AFE329CAC43E}" dt="2026-05-20T17:49:06.549" v="4160" actId="1076"/>
          <ac:picMkLst>
            <pc:docMk/>
            <pc:sldMk cId="1357537297" sldId="304"/>
            <ac:picMk id="6146" creationId="{98C4C970-FCCF-0C61-4280-55B02ECDDFB9}"/>
          </ac:picMkLst>
        </pc:picChg>
      </pc:sldChg>
      <pc:sldChg chg="addSp delSp modSp add mod">
        <pc:chgData name="shabilu hamisi" userId="23a8ef24152e94a8" providerId="LiveId" clId="{29F16741-6BAB-411C-8EC5-AFE329CAC43E}" dt="2026-05-20T18:28:34.318" v="4197" actId="1076"/>
        <pc:sldMkLst>
          <pc:docMk/>
          <pc:sldMk cId="4230288908" sldId="305"/>
        </pc:sldMkLst>
        <pc:spChg chg="add mod">
          <ac:chgData name="shabilu hamisi" userId="23a8ef24152e94a8" providerId="LiveId" clId="{29F16741-6BAB-411C-8EC5-AFE329CAC43E}" dt="2026-05-20T18:28:34.318" v="4197" actId="1076"/>
          <ac:spMkLst>
            <pc:docMk/>
            <pc:sldMk cId="4230288908" sldId="305"/>
            <ac:spMk id="3" creationId="{016FE59F-46F2-FD6E-4E1E-9409C859453A}"/>
          </ac:spMkLst>
        </pc:spChg>
        <pc:spChg chg="mod">
          <ac:chgData name="shabilu hamisi" userId="23a8ef24152e94a8" providerId="LiveId" clId="{29F16741-6BAB-411C-8EC5-AFE329CAC43E}" dt="2026-05-20T18:27:20.669" v="4178" actId="5793"/>
          <ac:spMkLst>
            <pc:docMk/>
            <pc:sldMk cId="4230288908" sldId="305"/>
            <ac:spMk id="15" creationId="{C9A4837B-5F2F-FDA9-E4A7-1CF651E08CAC}"/>
          </ac:spMkLst>
        </pc:spChg>
        <pc:spChg chg="mod">
          <ac:chgData name="shabilu hamisi" userId="23a8ef24152e94a8" providerId="LiveId" clId="{29F16741-6BAB-411C-8EC5-AFE329CAC43E}" dt="2026-05-20T18:26:09.634" v="4165"/>
          <ac:spMkLst>
            <pc:docMk/>
            <pc:sldMk cId="4230288908" sldId="305"/>
            <ac:spMk id="28" creationId="{A7EEA073-2958-6C57-D80A-2C3E8779A3D7}"/>
          </ac:spMkLst>
        </pc:spChg>
        <pc:picChg chg="del">
          <ac:chgData name="shabilu hamisi" userId="23a8ef24152e94a8" providerId="LiveId" clId="{29F16741-6BAB-411C-8EC5-AFE329CAC43E}" dt="2026-05-20T18:26:01.711" v="4163" actId="478"/>
          <ac:picMkLst>
            <pc:docMk/>
            <pc:sldMk cId="4230288908" sldId="305"/>
            <ac:picMk id="6146" creationId="{3B4E38CE-EE47-C871-21A7-0852AA5184CD}"/>
          </ac:picMkLst>
        </pc:picChg>
      </pc:sldChg>
      <pc:sldChg chg="delSp modSp add mod">
        <pc:chgData name="shabilu hamisi" userId="23a8ef24152e94a8" providerId="LiveId" clId="{29F16741-6BAB-411C-8EC5-AFE329CAC43E}" dt="2026-05-20T19:07:10.394" v="4348" actId="1076"/>
        <pc:sldMkLst>
          <pc:docMk/>
          <pc:sldMk cId="465310420" sldId="306"/>
        </pc:sldMkLst>
        <pc:spChg chg="mod">
          <ac:chgData name="shabilu hamisi" userId="23a8ef24152e94a8" providerId="LiveId" clId="{29F16741-6BAB-411C-8EC5-AFE329CAC43E}" dt="2026-05-20T19:07:10.394" v="4348" actId="1076"/>
          <ac:spMkLst>
            <pc:docMk/>
            <pc:sldMk cId="465310420" sldId="306"/>
            <ac:spMk id="3" creationId="{38C8DF2A-25BF-48F2-DCCD-4051586D945C}"/>
          </ac:spMkLst>
        </pc:spChg>
        <pc:spChg chg="del mod">
          <ac:chgData name="shabilu hamisi" userId="23a8ef24152e94a8" providerId="LiveId" clId="{29F16741-6BAB-411C-8EC5-AFE329CAC43E}" dt="2026-05-20T18:32:34.269" v="4200" actId="478"/>
          <ac:spMkLst>
            <pc:docMk/>
            <pc:sldMk cId="465310420" sldId="306"/>
            <ac:spMk id="15" creationId="{04A65DAC-69B0-E98B-F5F6-EBC01F43A80A}"/>
          </ac:spMkLst>
        </pc:spChg>
        <pc:spChg chg="del mod">
          <ac:chgData name="shabilu hamisi" userId="23a8ef24152e94a8" providerId="LiveId" clId="{29F16741-6BAB-411C-8EC5-AFE329CAC43E}" dt="2026-05-20T18:34:08.194" v="4212" actId="478"/>
          <ac:spMkLst>
            <pc:docMk/>
            <pc:sldMk cId="465310420" sldId="306"/>
            <ac:spMk id="28" creationId="{20BE70AB-9E01-F9A5-383D-594C58CE9F64}"/>
          </ac:spMkLst>
        </pc:spChg>
      </pc:sldChg>
      <pc:sldChg chg="addSp delSp modSp add mod">
        <pc:chgData name="shabilu hamisi" userId="23a8ef24152e94a8" providerId="LiveId" clId="{29F16741-6BAB-411C-8EC5-AFE329CAC43E}" dt="2026-05-20T18:46:55.634" v="4251" actId="732"/>
        <pc:sldMkLst>
          <pc:docMk/>
          <pc:sldMk cId="3913944774" sldId="307"/>
        </pc:sldMkLst>
        <pc:spChg chg="del">
          <ac:chgData name="shabilu hamisi" userId="23a8ef24152e94a8" providerId="LiveId" clId="{29F16741-6BAB-411C-8EC5-AFE329CAC43E}" dt="2026-05-20T18:35:23.383" v="4215" actId="478"/>
          <ac:spMkLst>
            <pc:docMk/>
            <pc:sldMk cId="3913944774" sldId="307"/>
            <ac:spMk id="3" creationId="{B501ABFE-56BC-7D62-5438-DE543ED7CAC7}"/>
          </ac:spMkLst>
        </pc:spChg>
        <pc:spChg chg="add mod">
          <ac:chgData name="shabilu hamisi" userId="23a8ef24152e94a8" providerId="LiveId" clId="{29F16741-6BAB-411C-8EC5-AFE329CAC43E}" dt="2026-05-20T18:45:16.124" v="4244" actId="1076"/>
          <ac:spMkLst>
            <pc:docMk/>
            <pc:sldMk cId="3913944774" sldId="307"/>
            <ac:spMk id="4" creationId="{F055B8F1-A059-9ED4-D435-5A4EBA550F5F}"/>
          </ac:spMkLst>
        </pc:spChg>
        <pc:picChg chg="add mod">
          <ac:chgData name="shabilu hamisi" userId="23a8ef24152e94a8" providerId="LiveId" clId="{29F16741-6BAB-411C-8EC5-AFE329CAC43E}" dt="2026-05-20T18:46:55.634" v="4251" actId="732"/>
          <ac:picMkLst>
            <pc:docMk/>
            <pc:sldMk cId="3913944774" sldId="307"/>
            <ac:picMk id="7170" creationId="{C3D76038-545C-4616-9C0A-D24674417356}"/>
          </ac:picMkLst>
        </pc:picChg>
      </pc:sldChg>
      <pc:sldChg chg="add del">
        <pc:chgData name="shabilu hamisi" userId="23a8ef24152e94a8" providerId="LiveId" clId="{29F16741-6BAB-411C-8EC5-AFE329CAC43E}" dt="2026-05-20T18:50:04.386" v="4253" actId="2890"/>
        <pc:sldMkLst>
          <pc:docMk/>
          <pc:sldMk cId="494746063" sldId="308"/>
        </pc:sldMkLst>
      </pc:sldChg>
      <pc:sldChg chg="addSp delSp modSp add mod">
        <pc:chgData name="shabilu hamisi" userId="23a8ef24152e94a8" providerId="LiveId" clId="{29F16741-6BAB-411C-8EC5-AFE329CAC43E}" dt="2026-05-20T18:53:07.032" v="4286" actId="20577"/>
        <pc:sldMkLst>
          <pc:docMk/>
          <pc:sldMk cId="2317538819" sldId="308"/>
        </pc:sldMkLst>
        <pc:spChg chg="add mod">
          <ac:chgData name="shabilu hamisi" userId="23a8ef24152e94a8" providerId="LiveId" clId="{29F16741-6BAB-411C-8EC5-AFE329CAC43E}" dt="2026-05-20T18:52:39.264" v="4278" actId="20577"/>
          <ac:spMkLst>
            <pc:docMk/>
            <pc:sldMk cId="2317538819" sldId="308"/>
            <ac:spMk id="3" creationId="{33BF1D02-F8C1-E861-C823-4889E4322081}"/>
          </ac:spMkLst>
        </pc:spChg>
        <pc:spChg chg="add mod">
          <ac:chgData name="shabilu hamisi" userId="23a8ef24152e94a8" providerId="LiveId" clId="{29F16741-6BAB-411C-8EC5-AFE329CAC43E}" dt="2026-05-20T18:53:07.032" v="4286" actId="20577"/>
          <ac:spMkLst>
            <pc:docMk/>
            <pc:sldMk cId="2317538819" sldId="308"/>
            <ac:spMk id="5" creationId="{0E6B135D-B869-7A1F-04BF-47757B818C44}"/>
          </ac:spMkLst>
        </pc:spChg>
        <pc:picChg chg="del">
          <ac:chgData name="shabilu hamisi" userId="23a8ef24152e94a8" providerId="LiveId" clId="{29F16741-6BAB-411C-8EC5-AFE329CAC43E}" dt="2026-05-20T18:50:14.835" v="4255" actId="478"/>
          <ac:picMkLst>
            <pc:docMk/>
            <pc:sldMk cId="2317538819" sldId="308"/>
            <ac:picMk id="7170" creationId="{0A324152-C434-CB7A-15B3-DDF289AF1CFA}"/>
          </ac:picMkLst>
        </pc:picChg>
      </pc:sldChg>
      <pc:sldChg chg="addSp delSp modSp add mod">
        <pc:chgData name="shabilu hamisi" userId="23a8ef24152e94a8" providerId="LiveId" clId="{29F16741-6BAB-411C-8EC5-AFE329CAC43E}" dt="2026-05-20T19:06:25.847" v="4346" actId="113"/>
        <pc:sldMkLst>
          <pc:docMk/>
          <pc:sldMk cId="3661392473" sldId="309"/>
        </pc:sldMkLst>
        <pc:spChg chg="add mod">
          <ac:chgData name="shabilu hamisi" userId="23a8ef24152e94a8" providerId="LiveId" clId="{29F16741-6BAB-411C-8EC5-AFE329CAC43E}" dt="2026-05-20T19:06:25.847" v="4346" actId="113"/>
          <ac:spMkLst>
            <pc:docMk/>
            <pc:sldMk cId="3661392473" sldId="309"/>
            <ac:spMk id="3" creationId="{705C03D3-D18F-E752-6D04-0D357533B038}"/>
          </ac:spMkLst>
        </pc:spChg>
        <pc:spChg chg="mod">
          <ac:chgData name="shabilu hamisi" userId="23a8ef24152e94a8" providerId="LiveId" clId="{29F16741-6BAB-411C-8EC5-AFE329CAC43E}" dt="2026-05-20T19:05:44.720" v="4334"/>
          <ac:spMkLst>
            <pc:docMk/>
            <pc:sldMk cId="3661392473" sldId="309"/>
            <ac:spMk id="28" creationId="{91085889-3E55-EFB5-74C5-66ACF7EB98D1}"/>
          </ac:spMkLst>
        </pc:spChg>
        <pc:picChg chg="del">
          <ac:chgData name="shabilu hamisi" userId="23a8ef24152e94a8" providerId="LiveId" clId="{29F16741-6BAB-411C-8EC5-AFE329CAC43E}" dt="2026-05-20T19:05:14.281" v="4331" actId="478"/>
          <ac:picMkLst>
            <pc:docMk/>
            <pc:sldMk cId="3661392473" sldId="309"/>
            <ac:picMk id="18" creationId="{1A7B3CBD-3CEC-8467-2AA6-F8B3C8A05DE3}"/>
          </ac:picMkLst>
        </pc:picChg>
      </pc:sld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896174B-89FF-4B82-AD1F-6F91283FA966}" type="datetimeFigureOut">
              <a:rPr lang="en-US" smtClean="0"/>
              <a:t>2026-05-20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1D19283-9B2D-4B85-931A-342AFB2E4C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21076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Bullet way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D19283-9B2D-4B85-931A-342AFB2E4C94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2089419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2026-05-20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2026-05-20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2026-05-20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2026-05-20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2026-05-20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2026-05-20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2026-05-20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2026-05-20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2026-05-20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2026-05-20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2026-05-20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2026-05-20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Relationship Id="rId4" Type="http://schemas.openxmlformats.org/officeDocument/2006/relationships/image" Target="../media/image12.png"/><Relationship Id="rId5" Type="http://schemas.openxmlformats.org/officeDocument/2006/relationships/image" Target="../media/image13.sv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BEB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Box 18">
            <a:extLst>
              <a:ext uri="{FF2B5EF4-FFF2-40B4-BE49-F238E27FC236}">
                <a16:creationId xmlns:a16="http://schemas.microsoft.com/office/drawing/2014/main" id="{98D6F7AB-E393-A76C-635C-1317F7006A03}"/>
              </a:ext>
            </a:extLst>
          </p:cNvPr>
          <p:cNvSpPr txBox="1"/>
          <p:nvPr/>
        </p:nvSpPr>
        <p:spPr>
          <a:xfrm>
            <a:off x="3072483" y="544473"/>
            <a:ext cx="11695010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>
              <a:buNone/>
            </a:pPr>
            <a:endParaRPr lang="en-US" sz="2400" b="1" dirty="0">
              <a:solidFill>
                <a:srgbClr val="1F2020"/>
              </a:solidFill>
              <a:latin typeface="Times New Roman" panose="02020603050405020304" pitchFamily="18" charset="0"/>
              <a:ea typeface="Open Sans" panose="020B0606030504020204" pitchFamily="34" charset="0"/>
              <a:cs typeface="Times New Roman" panose="02020603050405020304" pitchFamily="18" charset="0"/>
            </a:endParaRPr>
          </a:p>
          <a:p>
            <a:pPr algn="ctr" rtl="0">
              <a:buNone/>
            </a:pPr>
            <a:r>
              <a:rPr lang="en-US" sz="2400" b="1" i="0" u="none" strike="noStrike" dirty="0">
                <a:solidFill>
                  <a:srgbClr val="1F2020"/>
                </a:solidFill>
                <a:effectLst/>
                <a:latin typeface="Times New Roman" panose="02020603050405020304" pitchFamily="18" charset="0"/>
                <a:ea typeface="Open Sans" panose="020B0606030504020204" pitchFamily="34" charset="0"/>
                <a:cs typeface="Times New Roman" panose="02020603050405020304" pitchFamily="18" charset="0"/>
              </a:rPr>
              <a:t>DAR ES SALAAM INSTITUTE OF TECHNOLOGY</a:t>
            </a:r>
            <a:endParaRPr lang="en-US" sz="2400" b="0" dirty="0">
              <a:effectLst/>
              <a:latin typeface="Times New Roman" panose="02020603050405020304" pitchFamily="18" charset="0"/>
              <a:ea typeface="Open Sans" panose="020B0606030504020204" pitchFamily="34" charset="0"/>
              <a:cs typeface="Times New Roman" panose="02020603050405020304" pitchFamily="18" charset="0"/>
            </a:endParaRPr>
          </a:p>
          <a:p>
            <a:pPr algn="ctr">
              <a:buNone/>
            </a:pPr>
            <a:endParaRPr lang="en-US" sz="2400" b="0" dirty="0">
              <a:effectLst/>
              <a:latin typeface="Times New Roman" panose="02020603050405020304" pitchFamily="18" charset="0"/>
              <a:ea typeface="Open Sans" panose="020B0606030504020204" pitchFamily="34" charset="0"/>
              <a:cs typeface="Times New Roman" panose="02020603050405020304" pitchFamily="18" charset="0"/>
            </a:endParaRPr>
          </a:p>
          <a:p>
            <a:pPr algn="ctr" rtl="0">
              <a:buNone/>
            </a:pPr>
            <a:r>
              <a:rPr lang="en-US" sz="2400" b="1" i="0" u="none" strike="noStrike" dirty="0">
                <a:solidFill>
                  <a:srgbClr val="1F2020"/>
                </a:solidFill>
                <a:effectLst/>
                <a:latin typeface="Times New Roman" panose="02020603050405020304" pitchFamily="18" charset="0"/>
                <a:ea typeface="Open Sans" panose="020B0606030504020204" pitchFamily="34" charset="0"/>
                <a:cs typeface="Times New Roman" panose="02020603050405020304" pitchFamily="18" charset="0"/>
              </a:rPr>
              <a:t>DEPARTMENT OF COMPUTER STUDIES</a:t>
            </a:r>
            <a:endParaRPr lang="en-US" sz="2400" b="0" dirty="0">
              <a:effectLst/>
              <a:latin typeface="Times New Roman" panose="02020603050405020304" pitchFamily="18" charset="0"/>
              <a:ea typeface="Open Sans" panose="020B0606030504020204" pitchFamily="34" charset="0"/>
              <a:cs typeface="Times New Roman" panose="02020603050405020304" pitchFamily="18" charset="0"/>
            </a:endParaRPr>
          </a:p>
          <a:p>
            <a:pPr algn="ctr">
              <a:buNone/>
            </a:pPr>
            <a:endParaRPr lang="en-US" sz="2400" b="0" dirty="0">
              <a:effectLst/>
              <a:latin typeface="Times New Roman" panose="02020603050405020304" pitchFamily="18" charset="0"/>
              <a:ea typeface="Open Sans" panose="020B0606030504020204" pitchFamily="34" charset="0"/>
              <a:cs typeface="Times New Roman" panose="02020603050405020304" pitchFamily="18" charset="0"/>
            </a:endParaRPr>
          </a:p>
          <a:p>
            <a:pPr algn="ctr" rtl="0">
              <a:buNone/>
            </a:pPr>
            <a:r>
              <a:rPr lang="en-US" sz="2400" b="1" i="0" u="none" strike="noStrike" dirty="0">
                <a:solidFill>
                  <a:srgbClr val="1F2020"/>
                </a:solidFill>
                <a:effectLst/>
                <a:latin typeface="Times New Roman" panose="02020603050405020304" pitchFamily="18" charset="0"/>
                <a:ea typeface="Open Sans" panose="020B0606030504020204" pitchFamily="34" charset="0"/>
                <a:cs typeface="Times New Roman" panose="02020603050405020304" pitchFamily="18" charset="0"/>
              </a:rPr>
              <a:t>BACHELOR OF ENGINEERING IN COMPUTER ENGINERING</a:t>
            </a:r>
          </a:p>
          <a:p>
            <a:pPr algn="ctr" rtl="0">
              <a:buNone/>
            </a:pPr>
            <a:endParaRPr lang="en-US" sz="2400" b="0" dirty="0">
              <a:effectLst/>
              <a:latin typeface="Times New Roman" panose="02020603050405020304" pitchFamily="18" charset="0"/>
              <a:ea typeface="Open Sans" panose="020B0606030504020204" pitchFamily="34" charset="0"/>
              <a:cs typeface="Times New Roman" panose="02020603050405020304" pitchFamily="18" charset="0"/>
            </a:endParaRPr>
          </a:p>
        </p:txBody>
      </p:sp>
      <p:grpSp>
        <p:nvGrpSpPr>
          <p:cNvPr id="20" name="Group 13">
            <a:extLst>
              <a:ext uri="{FF2B5EF4-FFF2-40B4-BE49-F238E27FC236}">
                <a16:creationId xmlns:a16="http://schemas.microsoft.com/office/drawing/2014/main" id="{1FC16F1D-A3D7-E364-CB9C-C816899E33C9}"/>
              </a:ext>
            </a:extLst>
          </p:cNvPr>
          <p:cNvGrpSpPr/>
          <p:nvPr/>
        </p:nvGrpSpPr>
        <p:grpSpPr>
          <a:xfrm>
            <a:off x="2666864" y="-5741670"/>
            <a:ext cx="12210043" cy="14236777"/>
            <a:chOff x="-236706" y="-38100"/>
            <a:chExt cx="2067526" cy="1986007"/>
          </a:xfrm>
        </p:grpSpPr>
        <p:sp>
          <p:nvSpPr>
            <p:cNvPr id="21" name="Freeform 14">
              <a:extLst>
                <a:ext uri="{FF2B5EF4-FFF2-40B4-BE49-F238E27FC236}">
                  <a16:creationId xmlns:a16="http://schemas.microsoft.com/office/drawing/2014/main" id="{EAF4C900-E47C-B4FE-FD18-7C6E3F854A67}"/>
                </a:ext>
              </a:extLst>
            </p:cNvPr>
            <p:cNvSpPr/>
            <p:nvPr/>
          </p:nvSpPr>
          <p:spPr>
            <a:xfrm>
              <a:off x="-236706" y="1364505"/>
              <a:ext cx="1869435" cy="583402"/>
            </a:xfrm>
            <a:custGeom>
              <a:avLst/>
              <a:gdLst/>
              <a:ahLst/>
              <a:cxnLst/>
              <a:rect l="l" t="t" r="r" b="b"/>
              <a:pathLst>
                <a:path w="1830820" h="600645">
                  <a:moveTo>
                    <a:pt x="56800" y="0"/>
                  </a:moveTo>
                  <a:lnTo>
                    <a:pt x="1774020" y="0"/>
                  </a:lnTo>
                  <a:cubicBezTo>
                    <a:pt x="1805390" y="0"/>
                    <a:pt x="1830820" y="25430"/>
                    <a:pt x="1830820" y="56800"/>
                  </a:cubicBezTo>
                  <a:lnTo>
                    <a:pt x="1830820" y="543845"/>
                  </a:lnTo>
                  <a:cubicBezTo>
                    <a:pt x="1830820" y="575215"/>
                    <a:pt x="1805390" y="600645"/>
                    <a:pt x="1774020" y="600645"/>
                  </a:cubicBezTo>
                  <a:lnTo>
                    <a:pt x="56800" y="600645"/>
                  </a:lnTo>
                  <a:cubicBezTo>
                    <a:pt x="25430" y="600645"/>
                    <a:pt x="0" y="575215"/>
                    <a:pt x="0" y="543845"/>
                  </a:cubicBezTo>
                  <a:lnTo>
                    <a:pt x="0" y="56800"/>
                  </a:lnTo>
                  <a:cubicBezTo>
                    <a:pt x="0" y="25430"/>
                    <a:pt x="25430" y="0"/>
                    <a:pt x="568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rnd">
              <a:solidFill>
                <a:srgbClr val="474646"/>
              </a:solidFill>
              <a:prstDash val="solid"/>
              <a:rou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2" name="TextBox 15">
              <a:extLst>
                <a:ext uri="{FF2B5EF4-FFF2-40B4-BE49-F238E27FC236}">
                  <a16:creationId xmlns:a16="http://schemas.microsoft.com/office/drawing/2014/main" id="{DBC1FDF4-AFF4-F147-0A11-291057A4D206}"/>
                </a:ext>
              </a:extLst>
            </p:cNvPr>
            <p:cNvSpPr txBox="1"/>
            <p:nvPr/>
          </p:nvSpPr>
          <p:spPr>
            <a:xfrm>
              <a:off x="0" y="-38100"/>
              <a:ext cx="1830820" cy="63874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00EB9F6C-1875-4C81-BB43-47D04F15730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91973073"/>
              </p:ext>
            </p:extLst>
          </p:nvPr>
        </p:nvGraphicFramePr>
        <p:xfrm>
          <a:off x="2886222" y="4510070"/>
          <a:ext cx="10984115" cy="375762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765918">
                  <a:extLst>
                    <a:ext uri="{9D8B030D-6E8A-4147-A177-3AD203B41FA5}">
                      <a16:colId xmlns:a16="http://schemas.microsoft.com/office/drawing/2014/main" val="1062652819"/>
                    </a:ext>
                  </a:extLst>
                </a:gridCol>
                <a:gridCol w="8218197">
                  <a:extLst>
                    <a:ext uri="{9D8B030D-6E8A-4147-A177-3AD203B41FA5}">
                      <a16:colId xmlns:a16="http://schemas.microsoft.com/office/drawing/2014/main" val="1294399370"/>
                    </a:ext>
                  </a:extLst>
                </a:gridCol>
              </a:tblGrid>
              <a:tr h="1092668">
                <a:tc>
                  <a:txBody>
                    <a:bodyPr/>
                    <a:lstStyle/>
                    <a:p>
                      <a:r>
                        <a:rPr lang="en-US" sz="2000" b="1" u="none" strike="noStrike" dirty="0">
                          <a:solidFill>
                            <a:srgbClr val="1F202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PROJECT TITLE:                 </a:t>
                      </a:r>
                      <a:endParaRPr 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1" dirty="0">
                          <a:solidFill>
                            <a:srgbClr val="1F202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DEVELOPMENT </a:t>
                      </a:r>
                      <a:r>
                        <a:rPr lang="en-US" sz="2000" b="1" u="none" strike="noStrike" dirty="0">
                          <a:solidFill>
                            <a:srgbClr val="1F202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OF CLOUD-BASED HOTSPOT MANAGEMENT AND 	BILLING SYSTEM</a:t>
                      </a:r>
                      <a:endParaRPr lang="en-US" sz="2000" b="1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endParaRPr 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43923829"/>
                  </a:ext>
                </a:extLst>
              </a:tr>
              <a:tr h="761556">
                <a:tc>
                  <a:txBody>
                    <a:bodyPr/>
                    <a:lstStyle/>
                    <a:p>
                      <a:r>
                        <a:rPr lang="en-US" sz="2000" b="1" u="none" strike="noStrike" dirty="0">
                          <a:solidFill>
                            <a:srgbClr val="1F202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CASE STUDY:                    </a:t>
                      </a:r>
                      <a:endParaRPr 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MARKET AREA (KARUME MARKET)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20629032"/>
                  </a:ext>
                </a:extLst>
              </a:tr>
              <a:tr h="475851">
                <a:tc>
                  <a:txBody>
                    <a:bodyPr/>
                    <a:lstStyle/>
                    <a:p>
                      <a:r>
                        <a:rPr lang="en-US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STUDENT’S NAME: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b="1" u="none" strike="noStrike" dirty="0">
                          <a:solidFill>
                            <a:srgbClr val="1F202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r>
                        <a:rPr lang="en-US" sz="2000" b="1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Nunito"/>
                        </a:rPr>
                        <a:t>SHABILU ALLY HAMISI</a:t>
                      </a:r>
                      <a:endParaRPr 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73462055"/>
                  </a:ext>
                </a:extLst>
              </a:tr>
              <a:tr h="475851">
                <a:tc>
                  <a:txBody>
                    <a:bodyPr/>
                    <a:lstStyle/>
                    <a:p>
                      <a:r>
                        <a:rPr lang="en-US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SUPERVISOR NAME: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1" u="none" strike="noStrike" dirty="0">
                          <a:solidFill>
                            <a:srgbClr val="1F202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MR. NOEL MAGANGA</a:t>
                      </a:r>
                      <a:endParaRPr lang="en-US" sz="2000" b="1" i="0" u="none" strike="noStrike" dirty="0">
                        <a:solidFill>
                          <a:srgbClr val="1F2020"/>
                        </a:solidFill>
                        <a:effectLst/>
                        <a:latin typeface="Times New Roman" panose="02020603050405020304" pitchFamily="18" charset="0"/>
                        <a:ea typeface="Open Sans" panose="020B0606030504020204" pitchFamily="34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94522627"/>
                  </a:ext>
                </a:extLst>
              </a:tr>
              <a:tr h="475851">
                <a:tc>
                  <a:txBody>
                    <a:bodyPr/>
                    <a:lstStyle/>
                    <a:p>
                      <a:r>
                        <a:rPr lang="en-US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REGISTRATION NO: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1" u="none" strike="noStrike" dirty="0">
                          <a:solidFill>
                            <a:srgbClr val="1F202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220242427383</a:t>
                      </a:r>
                      <a:endParaRPr lang="en-US" sz="2000" b="1" i="0" u="none" strike="noStrike" dirty="0">
                        <a:solidFill>
                          <a:srgbClr val="1F2020"/>
                        </a:solidFill>
                        <a:effectLst/>
                        <a:latin typeface="Times New Roman" panose="02020603050405020304" pitchFamily="18" charset="0"/>
                        <a:ea typeface="Open Sans" panose="020B0606030504020204" pitchFamily="34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59301741"/>
                  </a:ext>
                </a:extLst>
              </a:tr>
              <a:tr h="475851">
                <a:tc>
                  <a:txBody>
                    <a:bodyPr/>
                    <a:lstStyle/>
                    <a:p>
                      <a:r>
                        <a:rPr lang="en-US" sz="2000" b="1" dirty="0">
                          <a:solidFill>
                            <a:srgbClr val="1F202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DATE:</a:t>
                      </a:r>
                      <a:endParaRPr 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</a:t>
                      </a:r>
                      <a:r>
                        <a:rPr lang="en-US" sz="2000" b="1" baseline="30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</a:t>
                      </a:r>
                      <a:r>
                        <a:rPr lang="en-US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may 2026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07287041"/>
                  </a:ext>
                </a:extLst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BEB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4"/>
          <p:cNvSpPr txBox="1"/>
          <p:nvPr/>
        </p:nvSpPr>
        <p:spPr>
          <a:xfrm>
            <a:off x="4085116" y="1184098"/>
            <a:ext cx="10117768" cy="9036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419"/>
              </a:lnSpc>
            </a:pPr>
            <a:r>
              <a:rPr lang="en-US" sz="5299" b="1" dirty="0">
                <a:solidFill>
                  <a:srgbClr val="00000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BACKGROUND OF THE STUDY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C8AFACA-9297-932B-D0ED-C5839CB1594D}"/>
              </a:ext>
            </a:extLst>
          </p:cNvPr>
          <p:cNvSpPr txBox="1"/>
          <p:nvPr/>
        </p:nvSpPr>
        <p:spPr>
          <a:xfrm>
            <a:off x="2743200" y="2742636"/>
            <a:ext cx="13258800" cy="550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200" dirty="0"/>
              <a:t>Internet access is essential in </a:t>
            </a:r>
            <a:r>
              <a:rPr lang="en-US" sz="3200" dirty="0" err="1"/>
              <a:t>karume</a:t>
            </a:r>
            <a:r>
              <a:rPr lang="en-US" sz="3200" dirty="0"/>
              <a:t> marketplaces for business, communication, and mobile money services. 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200" dirty="0"/>
              <a:t>Hotspot providers may operate multiple routers in different areas, but most routers are managed separately. 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200" dirty="0"/>
              <a:t>Lack of centralized multi-router management makes it hard to monitor router availability, connected users  and  payments. 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200" dirty="0"/>
              <a:t>Manual billing through cash, vouchers, or manual mobile money confirmation causes delays, errors, and poor revenue tracking. 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200" dirty="0"/>
              <a:t>This project developed a </a:t>
            </a:r>
            <a:r>
              <a:rPr lang="en-US" sz="3200" b="1" dirty="0"/>
              <a:t>cloud-based multi-router hotspot management and billing system</a:t>
            </a:r>
            <a:r>
              <a:rPr lang="en-US" sz="3200" dirty="0"/>
              <a:t> for centralized router monitoring, captive portal access, automated billing, alerts, and reporting.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BEB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extBox 22"/>
          <p:cNvSpPr txBox="1"/>
          <p:nvPr/>
        </p:nvSpPr>
        <p:spPr>
          <a:xfrm>
            <a:off x="4870599" y="1287604"/>
            <a:ext cx="8546802" cy="9798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540"/>
              </a:lnSpc>
            </a:pPr>
            <a:r>
              <a:rPr lang="en-US" sz="5400" b="1" dirty="0">
                <a:solidFill>
                  <a:srgbClr val="000000"/>
                </a:solidFill>
                <a:latin typeface="Times New Roman" panose="02020603050405020304" pitchFamily="18" charset="0"/>
                <a:ea typeface="Proxima Nova Bold"/>
                <a:cs typeface="Times New Roman" panose="02020603050405020304" pitchFamily="18" charset="0"/>
                <a:sym typeface="Proxima Nova Bold"/>
              </a:rPr>
              <a:t>PROBLEM STATEMENT</a:t>
            </a:r>
          </a:p>
        </p:txBody>
      </p:sp>
      <p:sp>
        <p:nvSpPr>
          <p:cNvPr id="19" name="Rectangle 2">
            <a:extLst>
              <a:ext uri="{FF2B5EF4-FFF2-40B4-BE49-F238E27FC236}">
                <a16:creationId xmlns:a16="http://schemas.microsoft.com/office/drawing/2014/main" id="{B2697F5F-C00A-4DB5-5BA2-190C2C107F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8" name="Rectangle 4">
            <a:extLst>
              <a:ext uri="{FF2B5EF4-FFF2-40B4-BE49-F238E27FC236}">
                <a16:creationId xmlns:a16="http://schemas.microsoft.com/office/drawing/2014/main" id="{56379A73-E332-A17B-B07F-BE3F5D5C2E4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58933" y="2885101"/>
            <a:ext cx="13639800" cy="56323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571500" marR="0" lvl="0" indent="-5715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Marketplace hotspot services are often unreliable and difficult to monitor. </a:t>
            </a:r>
          </a:p>
          <a:p>
            <a:pPr marL="571500" marR="0" lvl="0" indent="-5715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Manual billing causes payment delays, errors, and poor revenue tracking. </a:t>
            </a:r>
          </a:p>
          <a:p>
            <a:pPr marL="571500" marR="0" lvl="0" indent="-5715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Hotspot routers are managed separately, making multi-router control difficult. </a:t>
            </a:r>
          </a:p>
          <a:p>
            <a:pPr marL="571500" marR="0" lvl="0" indent="-5715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Shared passwords and manual access control reduce security. </a:t>
            </a:r>
          </a:p>
          <a:p>
            <a:pPr marL="571500" marR="0" lvl="0" indent="-5715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Service expansion is difficult without centralized management. </a:t>
            </a:r>
          </a:p>
          <a:p>
            <a:pPr marL="571500" marR="0" lvl="0" indent="-5715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 cloud-based system is needed to manage users, billing, routers, alerts, and reports efficiently.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BEB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AutoShape 14"/>
          <p:cNvSpPr/>
          <p:nvPr/>
        </p:nvSpPr>
        <p:spPr>
          <a:xfrm>
            <a:off x="5826897" y="2754454"/>
            <a:ext cx="6492240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15" name="Group 15"/>
          <p:cNvGrpSpPr/>
          <p:nvPr/>
        </p:nvGrpSpPr>
        <p:grpSpPr>
          <a:xfrm>
            <a:off x="4113691" y="3109335"/>
            <a:ext cx="11125200" cy="2618429"/>
            <a:chOff x="0" y="0"/>
            <a:chExt cx="1919822" cy="830112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1919822" cy="830112"/>
            </a:xfrm>
            <a:custGeom>
              <a:avLst/>
              <a:gdLst/>
              <a:ahLst/>
              <a:cxnLst/>
              <a:rect l="l" t="t" r="r" b="b"/>
              <a:pathLst>
                <a:path w="1919822" h="830112">
                  <a:moveTo>
                    <a:pt x="54167" y="0"/>
                  </a:moveTo>
                  <a:lnTo>
                    <a:pt x="1865655" y="0"/>
                  </a:lnTo>
                  <a:cubicBezTo>
                    <a:pt x="1895570" y="0"/>
                    <a:pt x="1919822" y="24251"/>
                    <a:pt x="1919822" y="54167"/>
                  </a:cubicBezTo>
                  <a:lnTo>
                    <a:pt x="1919822" y="775945"/>
                  </a:lnTo>
                  <a:cubicBezTo>
                    <a:pt x="1919822" y="790311"/>
                    <a:pt x="1914115" y="804088"/>
                    <a:pt x="1903956" y="814247"/>
                  </a:cubicBezTo>
                  <a:cubicBezTo>
                    <a:pt x="1893798" y="824405"/>
                    <a:pt x="1880021" y="830112"/>
                    <a:pt x="1865655" y="830112"/>
                  </a:cubicBezTo>
                  <a:lnTo>
                    <a:pt x="54167" y="830112"/>
                  </a:lnTo>
                  <a:cubicBezTo>
                    <a:pt x="39801" y="830112"/>
                    <a:pt x="26023" y="824405"/>
                    <a:pt x="15865" y="814247"/>
                  </a:cubicBezTo>
                  <a:cubicBezTo>
                    <a:pt x="5707" y="804088"/>
                    <a:pt x="0" y="790311"/>
                    <a:pt x="0" y="775945"/>
                  </a:cubicBezTo>
                  <a:lnTo>
                    <a:pt x="0" y="54167"/>
                  </a:lnTo>
                  <a:cubicBezTo>
                    <a:pt x="0" y="39801"/>
                    <a:pt x="5707" y="26023"/>
                    <a:pt x="15865" y="15865"/>
                  </a:cubicBezTo>
                  <a:cubicBezTo>
                    <a:pt x="26023" y="5707"/>
                    <a:pt x="39801" y="0"/>
                    <a:pt x="54167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rnd">
              <a:solidFill>
                <a:srgbClr val="474646"/>
              </a:solidFill>
              <a:prstDash val="solid"/>
              <a:round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0" y="-38100"/>
              <a:ext cx="1919822" cy="86821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1" name="TextBox 21"/>
          <p:cNvSpPr txBox="1"/>
          <p:nvPr/>
        </p:nvSpPr>
        <p:spPr>
          <a:xfrm>
            <a:off x="4870599" y="1896683"/>
            <a:ext cx="8546802" cy="7466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739"/>
              </a:lnSpc>
            </a:pPr>
            <a:r>
              <a:rPr lang="en-US" sz="6600" b="1" dirty="0"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MAIN OBJECTIVE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4495800" y="3587293"/>
            <a:ext cx="10439399" cy="201497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5308"/>
              </a:lnSpc>
            </a:pPr>
            <a:r>
              <a:rPr lang="en-US" sz="4400" dirty="0">
                <a:solidFill>
                  <a:srgbClr val="000000"/>
                </a:solidFill>
                <a:latin typeface="Times New Roman" panose="02020603050405020304" pitchFamily="18" charset="0"/>
                <a:ea typeface="Nunito"/>
                <a:cs typeface="Times New Roman" panose="02020603050405020304" pitchFamily="18" charset="0"/>
                <a:sym typeface="Nunito"/>
              </a:rPr>
              <a:t>To Develop a cloud-based hotspot billing and management system.</a:t>
            </a:r>
          </a:p>
          <a:p>
            <a:pPr algn="l">
              <a:lnSpc>
                <a:spcPts val="5308"/>
              </a:lnSpc>
            </a:pPr>
            <a:endParaRPr lang="en-US" sz="4400" dirty="0">
              <a:solidFill>
                <a:srgbClr val="000000"/>
              </a:solidFill>
              <a:latin typeface="Times New Roman" panose="02020603050405020304" pitchFamily="18" charset="0"/>
              <a:ea typeface="Nunito"/>
              <a:cs typeface="Times New Roman" panose="02020603050405020304" pitchFamily="18" charset="0"/>
              <a:sym typeface="Nunito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BEB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4"/>
          <p:cNvSpPr txBox="1"/>
          <p:nvPr/>
        </p:nvSpPr>
        <p:spPr>
          <a:xfrm>
            <a:off x="4085116" y="1249504"/>
            <a:ext cx="10117768" cy="12551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780"/>
              </a:lnSpc>
            </a:pPr>
            <a:r>
              <a:rPr lang="en-US" sz="6600" b="1" dirty="0">
                <a:solidFill>
                  <a:srgbClr val="000000"/>
                </a:solidFill>
                <a:latin typeface="Times New Roman" panose="02020603050405020304" pitchFamily="18" charset="0"/>
                <a:ea typeface="Proxima Nova Bold"/>
                <a:cs typeface="Times New Roman" panose="02020603050405020304" pitchFamily="18" charset="0"/>
                <a:sym typeface="Proxima Nova Bold"/>
              </a:rPr>
              <a:t>SPECIFIC OBJECTIVE</a:t>
            </a:r>
          </a:p>
        </p:txBody>
      </p:sp>
      <p:sp>
        <p:nvSpPr>
          <p:cNvPr id="26" name="Rectangle 2">
            <a:extLst>
              <a:ext uri="{FF2B5EF4-FFF2-40B4-BE49-F238E27FC236}">
                <a16:creationId xmlns:a16="http://schemas.microsoft.com/office/drawing/2014/main" id="{86815FCE-8A11-FA50-1BD1-57410E5658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16834" y="2706624"/>
            <a:ext cx="10680166" cy="30469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 implement a captive portal billing module integrated with mobile money payment platforms.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 design a cloud-based architecture for centralized management of multiple Wi-Fi hotspot routers.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 implement a router monitoring module for reporting router availability to the cloud server. 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BEB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Box 20"/>
          <p:cNvSpPr txBox="1"/>
          <p:nvPr/>
        </p:nvSpPr>
        <p:spPr>
          <a:xfrm>
            <a:off x="3040995" y="3082239"/>
            <a:ext cx="2550037" cy="2902111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659"/>
              </a:lnSpc>
            </a:pPr>
            <a:endParaRPr/>
          </a:p>
        </p:txBody>
      </p:sp>
      <p:sp>
        <p:nvSpPr>
          <p:cNvPr id="30" name="TextBox 30"/>
          <p:cNvSpPr txBox="1"/>
          <p:nvPr/>
        </p:nvSpPr>
        <p:spPr>
          <a:xfrm>
            <a:off x="4870598" y="2051303"/>
            <a:ext cx="8546802" cy="7854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580"/>
              </a:lnSpc>
            </a:pPr>
            <a:r>
              <a:rPr lang="en-US" sz="4700" b="1" dirty="0">
                <a:solidFill>
                  <a:srgbClr val="00000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SIGNIFICANCE OF THE STUDY</a:t>
            </a:r>
          </a:p>
        </p:txBody>
      </p:sp>
      <p:sp>
        <p:nvSpPr>
          <p:cNvPr id="14" name="Rectangle 1">
            <a:extLst>
              <a:ext uri="{FF2B5EF4-FFF2-40B4-BE49-F238E27FC236}">
                <a16:creationId xmlns:a16="http://schemas.microsoft.com/office/drawing/2014/main" id="{D5F2B95E-6212-D9A0-76F8-77DAABBE36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62200" y="3359238"/>
            <a:ext cx="15445074" cy="3416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571500" marR="0" lvl="0" indent="-5715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Reduces manual work in billing, access control, and router monitoring. </a:t>
            </a:r>
          </a:p>
          <a:p>
            <a:pPr marL="571500" marR="0" lvl="0" indent="-5715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Improves centralized management of multiple hotspot routers and users. </a:t>
            </a:r>
          </a:p>
          <a:p>
            <a:pPr marL="571500" marR="0" lvl="0" indent="-5715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Enables convenient self-service Internet purchase and renewal through mobile money. </a:t>
            </a:r>
          </a:p>
          <a:p>
            <a:pPr marL="571500" marR="0" lvl="0" indent="-5715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Improves service reliability through router availability monitoring. </a:t>
            </a:r>
          </a:p>
          <a:p>
            <a:pPr marL="571500" marR="0" lvl="0" indent="-5715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Supports scalable hotspot deployment across different locations. 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BEBE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5BCD735-063F-7617-1BF7-661513B283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Box 20">
            <a:extLst>
              <a:ext uri="{FF2B5EF4-FFF2-40B4-BE49-F238E27FC236}">
                <a16:creationId xmlns:a16="http://schemas.microsoft.com/office/drawing/2014/main" id="{AF85C357-832C-FC88-5370-B8778CCB6F88}"/>
              </a:ext>
            </a:extLst>
          </p:cNvPr>
          <p:cNvSpPr txBox="1"/>
          <p:nvPr/>
        </p:nvSpPr>
        <p:spPr>
          <a:xfrm>
            <a:off x="3040995" y="3082239"/>
            <a:ext cx="2550037" cy="2902111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659"/>
              </a:lnSpc>
            </a:pPr>
            <a:endParaRPr/>
          </a:p>
        </p:txBody>
      </p:sp>
      <p:sp>
        <p:nvSpPr>
          <p:cNvPr id="14" name="Rectangle 1">
            <a:extLst>
              <a:ext uri="{FF2B5EF4-FFF2-40B4-BE49-F238E27FC236}">
                <a16:creationId xmlns:a16="http://schemas.microsoft.com/office/drawing/2014/main" id="{2C1D1AAE-89B0-A07C-3F5B-C30063D238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05000" y="1163140"/>
            <a:ext cx="15445074" cy="67403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3600" b="1" dirty="0"/>
              <a:t>SCOPE OF THE PROJECT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dirty="0"/>
              <a:t>Development of a cloud-based hotspot management and billing system. 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dirty="0"/>
              <a:t>Centralized management of multiple Wi-Fi hotspot routers. 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dirty="0"/>
              <a:t>Captive portal for user authentication, plan selection, and Internet access control. 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dirty="0"/>
              <a:t>Billing module with mobile money payment support. 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dirty="0"/>
              <a:t>Router monitoring module for reporting router availability. 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dirty="0"/>
              <a:t>Reports for users, payments, routers, sessions, and service performance. </a:t>
            </a:r>
          </a:p>
          <a:p>
            <a:r>
              <a:rPr lang="en-US" sz="3600" b="1" dirty="0"/>
              <a:t>Project Limits: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dirty="0"/>
              <a:t>The project does not cover full ISP infrastructure, physical marketplace-wide deployment, advanced ISP-level bandwidth optimization, or full production mobile money API integration during prototype testing.</a:t>
            </a:r>
          </a:p>
        </p:txBody>
      </p:sp>
    </p:spTree>
    <p:extLst>
      <p:ext uri="{BB962C8B-B14F-4D97-AF65-F5344CB8AC3E}">
        <p14:creationId xmlns:p14="http://schemas.microsoft.com/office/powerpoint/2010/main" val="141082221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BEBE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DC04AD6-3B62-A059-B4FC-A80B5A5AB8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9" name="Table 18">
            <a:extLst>
              <a:ext uri="{FF2B5EF4-FFF2-40B4-BE49-F238E27FC236}">
                <a16:creationId xmlns:a16="http://schemas.microsoft.com/office/drawing/2014/main" id="{CC2EF8EB-A13C-B644-08E1-4B3CD19BC91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23373434"/>
              </p:ext>
            </p:extLst>
          </p:nvPr>
        </p:nvGraphicFramePr>
        <p:xfrm>
          <a:off x="4495800" y="2150727"/>
          <a:ext cx="8858250" cy="6231822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2952750">
                  <a:extLst>
                    <a:ext uri="{9D8B030D-6E8A-4147-A177-3AD203B41FA5}">
                      <a16:colId xmlns:a16="http://schemas.microsoft.com/office/drawing/2014/main" val="3008707225"/>
                    </a:ext>
                  </a:extLst>
                </a:gridCol>
                <a:gridCol w="2952750">
                  <a:extLst>
                    <a:ext uri="{9D8B030D-6E8A-4147-A177-3AD203B41FA5}">
                      <a16:colId xmlns:a16="http://schemas.microsoft.com/office/drawing/2014/main" val="2346343849"/>
                    </a:ext>
                  </a:extLst>
                </a:gridCol>
                <a:gridCol w="2952750">
                  <a:extLst>
                    <a:ext uri="{9D8B030D-6E8A-4147-A177-3AD203B41FA5}">
                      <a16:colId xmlns:a16="http://schemas.microsoft.com/office/drawing/2014/main" val="1540242060"/>
                    </a:ext>
                  </a:extLst>
                </a:gridCol>
              </a:tblGrid>
              <a:tr h="34583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Study</a:t>
                      </a:r>
                    </a:p>
                  </a:txBody>
                  <a:tcPr marL="65594" marR="65594" marT="32797" marB="3279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Focus Area</a:t>
                      </a:r>
                    </a:p>
                  </a:txBody>
                  <a:tcPr marL="65594" marR="65594" marT="32797" marB="3279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Key Contribution</a:t>
                      </a:r>
                    </a:p>
                  </a:txBody>
                  <a:tcPr marL="65594" marR="65594" marT="32797" marB="32797" anchor="ctr"/>
                </a:tc>
                <a:extLst>
                  <a:ext uri="{0D108BD9-81ED-4DB2-BD59-A6C34878D82A}">
                    <a16:rowId xmlns:a16="http://schemas.microsoft.com/office/drawing/2014/main" val="1929814532"/>
                  </a:ext>
                </a:extLst>
              </a:tr>
              <a:tr h="265980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2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Wiederkehr (2009)</a:t>
                      </a:r>
                      <a:endParaRPr 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5594" marR="65594" marT="32797" marB="3279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Hotspot Authentication &amp; Security</a:t>
                      </a:r>
                    </a:p>
                  </a:txBody>
                  <a:tcPr marL="65594" marR="65594" marT="32797" marB="3279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 Discussed hotspot login mechanisms </a:t>
                      </a:r>
                      <a:br>
                        <a:rPr lang="en-US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lang="en-US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 Introduced AAA (Authentication, Authorization, Accounting) framework </a:t>
                      </a:r>
                      <a:br>
                        <a:rPr lang="en-US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lang="en-US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 Compared captive portal vs 802.1X/EAP security models</a:t>
                      </a:r>
                    </a:p>
                  </a:txBody>
                  <a:tcPr marL="65594" marR="65594" marT="32797" marB="32797" anchor="ctr"/>
                </a:tc>
                <a:extLst>
                  <a:ext uri="{0D108BD9-81ED-4DB2-BD59-A6C34878D82A}">
                    <a16:rowId xmlns:a16="http://schemas.microsoft.com/office/drawing/2014/main" val="3537368631"/>
                  </a:ext>
                </a:extLst>
              </a:tr>
              <a:tr h="237055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2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Owoh (2024)</a:t>
                      </a:r>
                      <a:endParaRPr lang="en-US" sz="2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5594" marR="65594" marT="32797" marB="3279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Usage-Based Billing Using </a:t>
                      </a:r>
                      <a:r>
                        <a:rPr lang="en-US" sz="22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MikroTik</a:t>
                      </a:r>
                      <a:endParaRPr 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5594" marR="65594" marT="32797" marB="3279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 Developed system to track user data consumption </a:t>
                      </a:r>
                      <a:br>
                        <a:rPr lang="en-US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lang="en-US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 Integrated </a:t>
                      </a:r>
                      <a:r>
                        <a:rPr lang="en-US" sz="22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MikroTik</a:t>
                      </a:r>
                      <a:r>
                        <a:rPr lang="en-US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2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RouterOS</a:t>
                      </a:r>
                      <a:r>
                        <a:rPr lang="en-US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with backend system </a:t>
                      </a:r>
                      <a:br>
                        <a:rPr lang="en-US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lang="en-US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 Generated billing reports based on usage</a:t>
                      </a:r>
                    </a:p>
                  </a:txBody>
                  <a:tcPr marL="65594" marR="65594" marT="32797" marB="32797" anchor="ctr"/>
                </a:tc>
                <a:extLst>
                  <a:ext uri="{0D108BD9-81ED-4DB2-BD59-A6C34878D82A}">
                    <a16:rowId xmlns:a16="http://schemas.microsoft.com/office/drawing/2014/main" val="781410856"/>
                  </a:ext>
                </a:extLst>
              </a:tr>
            </a:tbl>
          </a:graphicData>
        </a:graphic>
      </p:graphicFrame>
      <p:sp>
        <p:nvSpPr>
          <p:cNvPr id="20" name="Rectangle 1">
            <a:extLst>
              <a:ext uri="{FF2B5EF4-FFF2-40B4-BE49-F238E27FC236}">
                <a16:creationId xmlns:a16="http://schemas.microsoft.com/office/drawing/2014/main" id="{987DBE52-80C6-944F-7268-63E80D18A8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33900" y="1446880"/>
            <a:ext cx="9220200" cy="6232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Summary of Previous Studies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05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TextBox 14">
            <a:extLst>
              <a:ext uri="{FF2B5EF4-FFF2-40B4-BE49-F238E27FC236}">
                <a16:creationId xmlns:a16="http://schemas.microsoft.com/office/drawing/2014/main" id="{C5C5097D-3050-C0AB-5E79-302BF522CA2C}"/>
              </a:ext>
            </a:extLst>
          </p:cNvPr>
          <p:cNvSpPr txBox="1"/>
          <p:nvPr/>
        </p:nvSpPr>
        <p:spPr>
          <a:xfrm>
            <a:off x="4870599" y="402494"/>
            <a:ext cx="8546802" cy="7918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580"/>
              </a:lnSpc>
            </a:pPr>
            <a:r>
              <a:rPr lang="en-US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</a:t>
            </a:r>
            <a:endParaRPr lang="en-US" sz="4700" b="1" dirty="0">
              <a:solidFill>
                <a:srgbClr val="000000"/>
              </a:solidFill>
              <a:latin typeface="Times New Roman" panose="02020603050405020304" pitchFamily="18" charset="0"/>
              <a:ea typeface="Proxima Nova Bold"/>
              <a:cs typeface="Times New Roman" panose="02020603050405020304" pitchFamily="18" charset="0"/>
              <a:sym typeface="Proxima Nova Bold"/>
            </a:endParaRPr>
          </a:p>
        </p:txBody>
      </p:sp>
    </p:spTree>
    <p:extLst>
      <p:ext uri="{BB962C8B-B14F-4D97-AF65-F5344CB8AC3E}">
        <p14:creationId xmlns:p14="http://schemas.microsoft.com/office/powerpoint/2010/main" val="84921982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BEBE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ECB6556-063A-DF26-B2C0-3D34E98F13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Box 18">
            <a:extLst>
              <a:ext uri="{FF2B5EF4-FFF2-40B4-BE49-F238E27FC236}">
                <a16:creationId xmlns:a16="http://schemas.microsoft.com/office/drawing/2014/main" id="{6F1FBF6F-FAB6-482F-B100-64C2888B2E0A}"/>
              </a:ext>
            </a:extLst>
          </p:cNvPr>
          <p:cNvSpPr txBox="1"/>
          <p:nvPr/>
        </p:nvSpPr>
        <p:spPr>
          <a:xfrm>
            <a:off x="3279273" y="2027992"/>
            <a:ext cx="11911589" cy="67710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en-US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Local Hotspot System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76DE8F6-6BE4-B194-70B4-A844FE9A126B}"/>
              </a:ext>
            </a:extLst>
          </p:cNvPr>
          <p:cNvSpPr txBox="1"/>
          <p:nvPr/>
        </p:nvSpPr>
        <p:spPr>
          <a:xfrm>
            <a:off x="3279273" y="3015021"/>
            <a:ext cx="13004667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Standalone routers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Shared Wi-Fi passwords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Manual voucher systems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Cash or manual mobile money payments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centralized monitoring</a:t>
            </a:r>
          </a:p>
        </p:txBody>
      </p:sp>
    </p:spTree>
    <p:extLst>
      <p:ext uri="{BB962C8B-B14F-4D97-AF65-F5344CB8AC3E}">
        <p14:creationId xmlns:p14="http://schemas.microsoft.com/office/powerpoint/2010/main" val="177498231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BEBE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C8E389C-CF71-5288-233C-DEF510B456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>
            <a:extLst>
              <a:ext uri="{FF2B5EF4-FFF2-40B4-BE49-F238E27FC236}">
                <a16:creationId xmlns:a16="http://schemas.microsoft.com/office/drawing/2014/main" id="{99C1343C-B810-5A61-B4C2-C04EF4E75AD1}"/>
              </a:ext>
            </a:extLst>
          </p:cNvPr>
          <p:cNvSpPr txBox="1"/>
          <p:nvPr/>
        </p:nvSpPr>
        <p:spPr>
          <a:xfrm>
            <a:off x="3543300" y="1204252"/>
            <a:ext cx="112014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BLOCK DIAGRAM OF EXISTING SYSTEM</a:t>
            </a:r>
          </a:p>
        </p:txBody>
      </p:sp>
      <p:pic>
        <p:nvPicPr>
          <p:cNvPr id="16" name="image2.png">
            <a:extLst>
              <a:ext uri="{FF2B5EF4-FFF2-40B4-BE49-F238E27FC236}">
                <a16:creationId xmlns:a16="http://schemas.microsoft.com/office/drawing/2014/main" id="{C8F60C01-17DC-263E-CAE9-C422F5DFAC8A}"/>
              </a:ext>
            </a:extLst>
          </p:cNvPr>
          <p:cNvPicPr/>
          <p:nvPr/>
        </p:nvPicPr>
        <p:blipFill>
          <a:blip r:embed="rId2"/>
          <a:srcRect l="13768" r="13768"/>
          <a:stretch>
            <a:fillRect/>
          </a:stretch>
        </p:blipFill>
        <p:spPr>
          <a:xfrm>
            <a:off x="3543300" y="2095500"/>
            <a:ext cx="11201400" cy="6987248"/>
          </a:xfrm>
          <a:prstGeom prst="rect">
            <a:avLst/>
          </a:prstGeom>
          <a:ln/>
        </p:spPr>
      </p:pic>
    </p:spTree>
    <p:extLst>
      <p:ext uri="{BB962C8B-B14F-4D97-AF65-F5344CB8AC3E}">
        <p14:creationId xmlns:p14="http://schemas.microsoft.com/office/powerpoint/2010/main" val="369993165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BEBE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C231BD8-0DFE-7AA3-5855-43369330DB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Box 18">
            <a:extLst>
              <a:ext uri="{FF2B5EF4-FFF2-40B4-BE49-F238E27FC236}">
                <a16:creationId xmlns:a16="http://schemas.microsoft.com/office/drawing/2014/main" id="{04AC13F2-157C-B4D4-5FE4-B4C9EDF84F4C}"/>
              </a:ext>
            </a:extLst>
          </p:cNvPr>
          <p:cNvSpPr txBox="1"/>
          <p:nvPr/>
        </p:nvSpPr>
        <p:spPr>
          <a:xfrm>
            <a:off x="2590800" y="2110780"/>
            <a:ext cx="11911589" cy="92333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en-US" sz="6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Problems in Existing System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D65A501-211C-AF11-0480-5334DC8B5395}"/>
              </a:ext>
            </a:extLst>
          </p:cNvPr>
          <p:cNvSpPr txBox="1"/>
          <p:nvPr/>
        </p:nvSpPr>
        <p:spPr>
          <a:xfrm>
            <a:off x="3294513" y="3739189"/>
            <a:ext cx="11506200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Weak security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centralized control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Manual payment verification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Poor scalability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real-time monitoring</a:t>
            </a:r>
          </a:p>
        </p:txBody>
      </p:sp>
    </p:spTree>
    <p:extLst>
      <p:ext uri="{BB962C8B-B14F-4D97-AF65-F5344CB8AC3E}">
        <p14:creationId xmlns:p14="http://schemas.microsoft.com/office/powerpoint/2010/main" val="409544038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BEBE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7F9D349-A105-4567-4D15-5D857B39AC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4">
            <a:extLst>
              <a:ext uri="{FF2B5EF4-FFF2-40B4-BE49-F238E27FC236}">
                <a16:creationId xmlns:a16="http://schemas.microsoft.com/office/drawing/2014/main" id="{8C267FBE-A22B-2A5D-458A-BD9934912BE8}"/>
              </a:ext>
            </a:extLst>
          </p:cNvPr>
          <p:cNvSpPr txBox="1"/>
          <p:nvPr/>
        </p:nvSpPr>
        <p:spPr>
          <a:xfrm>
            <a:off x="3124200" y="2063559"/>
            <a:ext cx="11734800" cy="73866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en-US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CLOUD-BASED SYSTEM</a:t>
            </a:r>
          </a:p>
        </p:txBody>
      </p:sp>
      <p:sp>
        <p:nvSpPr>
          <p:cNvPr id="20" name="TextBox 17">
            <a:extLst>
              <a:ext uri="{FF2B5EF4-FFF2-40B4-BE49-F238E27FC236}">
                <a16:creationId xmlns:a16="http://schemas.microsoft.com/office/drawing/2014/main" id="{CD150FD0-4CFF-3646-D298-75EB09984034}"/>
              </a:ext>
            </a:extLst>
          </p:cNvPr>
          <p:cNvSpPr txBox="1"/>
          <p:nvPr/>
        </p:nvSpPr>
        <p:spPr>
          <a:xfrm>
            <a:off x="2496085" y="2432891"/>
            <a:ext cx="13825256" cy="6213932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659"/>
              </a:lnSpc>
            </a:pPr>
            <a:endParaRPr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1057B93-71FA-3667-87D3-7FF70EB386A2}"/>
              </a:ext>
            </a:extLst>
          </p:cNvPr>
          <p:cNvSpPr txBox="1"/>
          <p:nvPr/>
        </p:nvSpPr>
        <p:spPr>
          <a:xfrm>
            <a:off x="2917292" y="3019841"/>
            <a:ext cx="12892101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Cloud-based authentication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Automated billing system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Mobile money integration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Router monitoring module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Multi-location management</a:t>
            </a:r>
          </a:p>
        </p:txBody>
      </p:sp>
    </p:spTree>
    <p:extLst>
      <p:ext uri="{BB962C8B-B14F-4D97-AF65-F5344CB8AC3E}">
        <p14:creationId xmlns:p14="http://schemas.microsoft.com/office/powerpoint/2010/main" val="266961576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BEBE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F00CF44-B857-0690-F46E-B9EEA359CA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TextBox 58">
            <a:extLst>
              <a:ext uri="{FF2B5EF4-FFF2-40B4-BE49-F238E27FC236}">
                <a16:creationId xmlns:a16="http://schemas.microsoft.com/office/drawing/2014/main" id="{617B79AE-6C38-7A3B-110A-A9F3C485A1FD}"/>
              </a:ext>
            </a:extLst>
          </p:cNvPr>
          <p:cNvSpPr txBox="1"/>
          <p:nvPr/>
        </p:nvSpPr>
        <p:spPr>
          <a:xfrm>
            <a:off x="3429000" y="1053525"/>
            <a:ext cx="121920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BLOCK DIAGRAM OF PROPOSED SYSTEM</a:t>
            </a:r>
          </a:p>
        </p:txBody>
      </p:sp>
      <p:pic>
        <p:nvPicPr>
          <p:cNvPr id="14" name="image4.png">
            <a:extLst>
              <a:ext uri="{FF2B5EF4-FFF2-40B4-BE49-F238E27FC236}">
                <a16:creationId xmlns:a16="http://schemas.microsoft.com/office/drawing/2014/main" id="{59CA19D2-789D-5090-9F19-76E166D239CF}"/>
              </a:ext>
            </a:extLst>
          </p:cNvPr>
          <p:cNvPicPr/>
          <p:nvPr/>
        </p:nvPicPr>
        <p:blipFill>
          <a:blip r:embed="rId2"/>
          <a:srcRect/>
          <a:stretch>
            <a:fillRect/>
          </a:stretch>
        </p:blipFill>
        <p:spPr>
          <a:xfrm>
            <a:off x="914400" y="1714500"/>
            <a:ext cx="16383000" cy="8382000"/>
          </a:xfrm>
          <a:prstGeom prst="rect">
            <a:avLst/>
          </a:prstGeom>
          <a:ln/>
        </p:spPr>
      </p:pic>
    </p:spTree>
    <p:extLst>
      <p:ext uri="{BB962C8B-B14F-4D97-AF65-F5344CB8AC3E}">
        <p14:creationId xmlns:p14="http://schemas.microsoft.com/office/powerpoint/2010/main" val="277509490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BEBE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BC6F04B-54CF-94B7-C70C-8A0A8A301E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Box 17">
            <a:extLst>
              <a:ext uri="{FF2B5EF4-FFF2-40B4-BE49-F238E27FC236}">
                <a16:creationId xmlns:a16="http://schemas.microsoft.com/office/drawing/2014/main" id="{7D6A3B9B-BF7B-B500-AD7B-DBC0455D1210}"/>
              </a:ext>
            </a:extLst>
          </p:cNvPr>
          <p:cNvSpPr txBox="1"/>
          <p:nvPr/>
        </p:nvSpPr>
        <p:spPr>
          <a:xfrm>
            <a:off x="2931426" y="2420050"/>
            <a:ext cx="12817400" cy="6471551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659"/>
              </a:lnSpc>
            </a:pPr>
            <a:endParaRPr/>
          </a:p>
        </p:txBody>
      </p:sp>
      <p:sp>
        <p:nvSpPr>
          <p:cNvPr id="26" name="Rectangle 6">
            <a:extLst>
              <a:ext uri="{FF2B5EF4-FFF2-40B4-BE49-F238E27FC236}">
                <a16:creationId xmlns:a16="http://schemas.microsoft.com/office/drawing/2014/main" id="{6FC71F85-F560-17F4-4029-2526C6322C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26481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BE92B330-1D35-E309-B24E-D4140DD3C417}"/>
              </a:ext>
            </a:extLst>
          </p:cNvPr>
          <p:cNvSpPr txBox="1"/>
          <p:nvPr/>
        </p:nvSpPr>
        <p:spPr>
          <a:xfrm>
            <a:off x="3200400" y="1611255"/>
            <a:ext cx="112014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E824411-8076-45DB-D1C4-B15502F04E55}"/>
              </a:ext>
            </a:extLst>
          </p:cNvPr>
          <p:cNvSpPr txBox="1"/>
          <p:nvPr/>
        </p:nvSpPr>
        <p:spPr>
          <a:xfrm>
            <a:off x="3417478" y="2805141"/>
            <a:ext cx="11441522" cy="64940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200" dirty="0"/>
              <a:t>This project used the </a:t>
            </a:r>
            <a:r>
              <a:rPr lang="en-US" sz="3200" b="1" dirty="0"/>
              <a:t>Prototyping Model</a:t>
            </a:r>
            <a:r>
              <a:rPr lang="en-US" sz="3200" dirty="0"/>
              <a:t> for system development. 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200" dirty="0"/>
              <a:t>Data was collected using </a:t>
            </a:r>
            <a:r>
              <a:rPr lang="en-US" sz="3200" b="1" dirty="0"/>
              <a:t>primary</a:t>
            </a:r>
            <a:r>
              <a:rPr lang="en-US" sz="3200" dirty="0"/>
              <a:t> and </a:t>
            </a:r>
            <a:r>
              <a:rPr lang="en-US" sz="3200" b="1" dirty="0"/>
              <a:t>secondary</a:t>
            </a:r>
            <a:r>
              <a:rPr lang="en-US" sz="3200" dirty="0"/>
              <a:t> data collection methods. 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200" dirty="0"/>
              <a:t>Primary data was collected through a </a:t>
            </a:r>
            <a:r>
              <a:rPr lang="en-US" sz="3200" b="1" dirty="0"/>
              <a:t>closed-ended questionnaire</a:t>
            </a:r>
            <a:r>
              <a:rPr lang="en-US" sz="3200" dirty="0"/>
              <a:t>. 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200" dirty="0"/>
              <a:t>Secondary data was collected through review of books, journals, previous studies, project reports, and technical documentation. 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200" dirty="0"/>
              <a:t>System development involved requirement analysis, system design, prototype development, testing, and refinement. 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200" dirty="0"/>
              <a:t>The final deliverables included a cloud-based admin dashboard, captive portal billing module, router monitoring module, and system reports.</a:t>
            </a:r>
          </a:p>
        </p:txBody>
      </p:sp>
    </p:spTree>
    <p:extLst>
      <p:ext uri="{BB962C8B-B14F-4D97-AF65-F5344CB8AC3E}">
        <p14:creationId xmlns:p14="http://schemas.microsoft.com/office/powerpoint/2010/main" val="200915268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BEBE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25FBF85-2820-04BC-69B9-E7F02F4F9F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Box 17">
            <a:extLst>
              <a:ext uri="{FF2B5EF4-FFF2-40B4-BE49-F238E27FC236}">
                <a16:creationId xmlns:a16="http://schemas.microsoft.com/office/drawing/2014/main" id="{B8E6510D-1692-218B-8E30-8AD35ABF91D8}"/>
              </a:ext>
            </a:extLst>
          </p:cNvPr>
          <p:cNvSpPr txBox="1"/>
          <p:nvPr/>
        </p:nvSpPr>
        <p:spPr>
          <a:xfrm>
            <a:off x="2931426" y="2432891"/>
            <a:ext cx="12817400" cy="6213932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659"/>
              </a:lnSpc>
            </a:pPr>
            <a:endParaRPr/>
          </a:p>
        </p:txBody>
      </p:sp>
      <p:sp>
        <p:nvSpPr>
          <p:cNvPr id="26" name="Rectangle 6">
            <a:extLst>
              <a:ext uri="{FF2B5EF4-FFF2-40B4-BE49-F238E27FC236}">
                <a16:creationId xmlns:a16="http://schemas.microsoft.com/office/drawing/2014/main" id="{20E463F8-813C-6032-5215-FAD774D8C5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26481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C63F70D0-E9D4-1338-73B0-733F807BF28F}"/>
              </a:ext>
            </a:extLst>
          </p:cNvPr>
          <p:cNvSpPr txBox="1"/>
          <p:nvPr/>
        </p:nvSpPr>
        <p:spPr>
          <a:xfrm>
            <a:off x="3739426" y="1104900"/>
            <a:ext cx="112014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800" b="1" dirty="0"/>
              <a:t>Prototyping Model Overview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832960B2-D0AF-581C-3DCD-5BCFDBE9865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1179"/>
          <a:stretch>
            <a:fillRect/>
          </a:stretch>
        </p:blipFill>
        <p:spPr>
          <a:xfrm>
            <a:off x="4085116" y="2119909"/>
            <a:ext cx="9372600" cy="67573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813928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BEBE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3EB0EA5-3EEC-BA4F-E04A-C8D7A76CC2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Box 17">
            <a:extLst>
              <a:ext uri="{FF2B5EF4-FFF2-40B4-BE49-F238E27FC236}">
                <a16:creationId xmlns:a16="http://schemas.microsoft.com/office/drawing/2014/main" id="{5545C3D1-D97E-EB81-A263-091915B807F4}"/>
              </a:ext>
            </a:extLst>
          </p:cNvPr>
          <p:cNvSpPr txBox="1"/>
          <p:nvPr/>
        </p:nvSpPr>
        <p:spPr>
          <a:xfrm>
            <a:off x="2931426" y="2432891"/>
            <a:ext cx="12817400" cy="6213932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659"/>
              </a:lnSpc>
            </a:pPr>
            <a:endParaRPr/>
          </a:p>
        </p:txBody>
      </p:sp>
      <p:sp>
        <p:nvSpPr>
          <p:cNvPr id="26" name="Rectangle 6">
            <a:extLst>
              <a:ext uri="{FF2B5EF4-FFF2-40B4-BE49-F238E27FC236}">
                <a16:creationId xmlns:a16="http://schemas.microsoft.com/office/drawing/2014/main" id="{CFB16521-59F8-50B5-FF99-8DEE2548DE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26481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1085889-3E55-EFB5-74C5-66ACF7EB98D1}"/>
              </a:ext>
            </a:extLst>
          </p:cNvPr>
          <p:cNvSpPr txBox="1"/>
          <p:nvPr/>
        </p:nvSpPr>
        <p:spPr>
          <a:xfrm>
            <a:off x="3739426" y="1104900"/>
            <a:ext cx="11201400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4800" b="1" dirty="0"/>
              <a:t>SYSTEM DEVELOPMENT TOOLS AND TECHNOLOGIES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05C03D3-D18F-E752-6D04-0D357533B038}"/>
              </a:ext>
            </a:extLst>
          </p:cNvPr>
          <p:cNvSpPr txBox="1"/>
          <p:nvPr/>
        </p:nvSpPr>
        <p:spPr>
          <a:xfrm>
            <a:off x="2819400" y="2933701"/>
            <a:ext cx="10896600" cy="60016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/>
              <a:t>React / Vite — used to develop the captive portal and admin dashboard.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/>
              <a:t>Spring Boot — used to develop the backend system logic.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/>
              <a:t>PostgreSQL — used to store users, routers, payments, plans, and sessions.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 err="1"/>
              <a:t>OpenWrt</a:t>
            </a:r>
            <a:r>
              <a:rPr lang="en-US" sz="3200" dirty="0"/>
              <a:t> / </a:t>
            </a:r>
            <a:r>
              <a:rPr lang="en-US" sz="3200" dirty="0" err="1"/>
              <a:t>openNDS</a:t>
            </a:r>
            <a:r>
              <a:rPr lang="en-US" sz="3200" dirty="0"/>
              <a:t> — used for hotspot router testing and captive portal redirection.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/>
              <a:t>REST API — used for communication between frontend, backend, router, and payment module.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/>
              <a:t>GNS3 / VirtualBox — used to simulate and test the network environment.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/>
              <a:t>Draw.io — used to design system diagrams.</a:t>
            </a:r>
          </a:p>
        </p:txBody>
      </p:sp>
    </p:spTree>
    <p:extLst>
      <p:ext uri="{BB962C8B-B14F-4D97-AF65-F5344CB8AC3E}">
        <p14:creationId xmlns:p14="http://schemas.microsoft.com/office/powerpoint/2010/main" val="366139247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BEBE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0773461-2D52-E243-80D5-CBAAE7A463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6">
            <a:extLst>
              <a:ext uri="{FF2B5EF4-FFF2-40B4-BE49-F238E27FC236}">
                <a16:creationId xmlns:a16="http://schemas.microsoft.com/office/drawing/2014/main" id="{E8D479AA-8E70-6189-F90A-8488FE160F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26481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CF8C457-4886-C45A-2941-3F67FCA5F49C}"/>
              </a:ext>
            </a:extLst>
          </p:cNvPr>
          <p:cNvSpPr txBox="1"/>
          <p:nvPr/>
        </p:nvSpPr>
        <p:spPr>
          <a:xfrm>
            <a:off x="2057399" y="2247900"/>
            <a:ext cx="14941333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PRIMARY DATA COLLECTION METHOD</a:t>
            </a:r>
            <a:endParaRPr lang="en-US" sz="4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00C38FA-4BBD-F22A-52F5-D4A3BF94C6EC}"/>
              </a:ext>
            </a:extLst>
          </p:cNvPr>
          <p:cNvSpPr txBox="1"/>
          <p:nvPr/>
        </p:nvSpPr>
        <p:spPr>
          <a:xfrm>
            <a:off x="7239000" y="4076700"/>
            <a:ext cx="1847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21" name="Rectangle 4">
            <a:extLst>
              <a:ext uri="{FF2B5EF4-FFF2-40B4-BE49-F238E27FC236}">
                <a16:creationId xmlns:a16="http://schemas.microsoft.com/office/drawing/2014/main" id="{EFDA760B-136F-6FE2-7087-DAB24C578A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62354" y="3228671"/>
            <a:ext cx="14330246" cy="61863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Collected directly from respondents in marketplaces like Karume Market. 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Structured </a:t>
            </a:r>
            <a:r>
              <a:rPr kumimoji="0" lang="en-US" altLang="en-US" sz="3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closed-ended questionnaire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(Yes/No, multiple choice, rating scales). 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Respondents: Wi-Fi providers</a:t>
            </a:r>
            <a:r>
              <a:rPr lang="en-US" alt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hotspot operators, and Internet users. </a:t>
            </a:r>
          </a:p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Topics that focused:</a:t>
            </a:r>
          </a:p>
          <a:p>
            <a:pPr marL="800100" lvl="1" indent="-342900">
              <a:buFont typeface="Courier New" panose="02070309020205020404" pitchFamily="49" charset="0"/>
              <a:buChar char="o"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Hotspot management practices </a:t>
            </a:r>
          </a:p>
          <a:p>
            <a:pPr marL="800100" lvl="1" indent="-342900">
              <a:buFont typeface="Courier New" panose="02070309020205020404" pitchFamily="49" charset="0"/>
              <a:buChar char="o"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Billing/payment methods </a:t>
            </a:r>
          </a:p>
          <a:p>
            <a:pPr marL="800100" lvl="1" indent="-342900">
              <a:buFont typeface="Courier New" panose="02070309020205020404" pitchFamily="49" charset="0"/>
              <a:buChar char="o"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Authentication mechanisms </a:t>
            </a:r>
          </a:p>
          <a:p>
            <a:pPr marL="800100" lvl="1" indent="-342900">
              <a:buFont typeface="Courier New" panose="02070309020205020404" pitchFamily="49" charset="0"/>
              <a:buChar char="o"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Bandwidth and network monitoring challenges </a:t>
            </a:r>
          </a:p>
          <a:p>
            <a:pPr marL="800100" lvl="1" indent="-342900">
              <a:buFont typeface="Courier New" panose="02070309020205020404" pitchFamily="49" charset="0"/>
              <a:buChar char="o"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satisfaction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endParaRPr kumimoji="0" lang="en-US" altLang="en-US" sz="3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1987970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BEBE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41FB8A0-5051-03E5-525A-6A2FFAFA58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6">
            <a:extLst>
              <a:ext uri="{FF2B5EF4-FFF2-40B4-BE49-F238E27FC236}">
                <a16:creationId xmlns:a16="http://schemas.microsoft.com/office/drawing/2014/main" id="{198ED628-A7D9-2E1C-3CDD-0C36C8E544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26481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58B96A0D-0DFC-1F2D-0FA8-FA014B9CA899}"/>
              </a:ext>
            </a:extLst>
          </p:cNvPr>
          <p:cNvSpPr txBox="1"/>
          <p:nvPr/>
        </p:nvSpPr>
        <p:spPr>
          <a:xfrm>
            <a:off x="3200400" y="1611255"/>
            <a:ext cx="112014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5400" b="1" dirty="0"/>
              <a:t>Secondary Data Collection</a:t>
            </a:r>
          </a:p>
        </p:txBody>
      </p:sp>
      <p:sp>
        <p:nvSpPr>
          <p:cNvPr id="18" name="Rectangle 2">
            <a:extLst>
              <a:ext uri="{FF2B5EF4-FFF2-40B4-BE49-F238E27FC236}">
                <a16:creationId xmlns:a16="http://schemas.microsoft.com/office/drawing/2014/main" id="{4A91D71A-C90C-DA83-6263-95F288FE43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00401" y="2492874"/>
            <a:ext cx="13443166" cy="7478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sz="3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Uses existing research, reports, and technical documentation.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understand cloud architecture, centralized management, and client-server communication from cloud computing and computer networking books. Online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study hotspot authentication, captive portal access, billing mechanisms, and user access control from academic journals and research papers.</a:t>
            </a:r>
            <a:b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Like. Wiederkehr (2009); Saliu et al. (2013)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identify gaps in multi-router management, mobile money payment, and router monitoring from previous Internet billing project reports.</a:t>
            </a:r>
            <a:b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Owoh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(2024)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guide hotspot router configuration, captive portal redirection, and router-server communication using technical documentation.</a:t>
            </a:r>
            <a:b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Examples: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MikroTik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Documentation;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OpenWrt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Documentation;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openNDS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Documentation 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endParaRPr kumimoji="0" lang="en-US" altLang="en-US" sz="32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7766822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BEBE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AD9B546-2C93-DCF0-F425-2D2A6E2F3C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6">
            <a:extLst>
              <a:ext uri="{FF2B5EF4-FFF2-40B4-BE49-F238E27FC236}">
                <a16:creationId xmlns:a16="http://schemas.microsoft.com/office/drawing/2014/main" id="{23E982E6-DB17-3D22-A0D9-E6DE288661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26481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1A48078-79AE-6D1A-8AC6-0F51495172B8}"/>
              </a:ext>
            </a:extLst>
          </p:cNvPr>
          <p:cNvSpPr txBox="1"/>
          <p:nvPr/>
        </p:nvSpPr>
        <p:spPr>
          <a:xfrm>
            <a:off x="3200400" y="1611255"/>
            <a:ext cx="112014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5400" dirty="0"/>
              <a:t>DATA ANALYSIS</a:t>
            </a:r>
            <a:endParaRPr lang="en-US" sz="5400" b="1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868BA2A-557A-40AD-9180-5B8B5E358749}"/>
              </a:ext>
            </a:extLst>
          </p:cNvPr>
          <p:cNvSpPr txBox="1"/>
          <p:nvPr/>
        </p:nvSpPr>
        <p:spPr>
          <a:xfrm>
            <a:off x="2496085" y="2671171"/>
            <a:ext cx="112014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dirty="0"/>
              <a:t>CENTRALIZED MULTI-ROUTER MANAGEMENT</a:t>
            </a:r>
          </a:p>
        </p:txBody>
      </p:sp>
      <p:pic>
        <p:nvPicPr>
          <p:cNvPr id="4102" name="Picture 6" descr="Forms response chart. Question title: 9. How do you currently manage hotspot routers?. Number of responses: 43 responses.">
            <a:extLst>
              <a:ext uri="{FF2B5EF4-FFF2-40B4-BE49-F238E27FC236}">
                <a16:creationId xmlns:a16="http://schemas.microsoft.com/office/drawing/2014/main" id="{05BCF0D3-583D-9162-B77B-0003FCCD68D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1" y="3392532"/>
            <a:ext cx="9220200" cy="58657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4" name="Picture 8" descr="Forms response chart. Question title: 12. Do you think centralized hotspot management would improve your operations?. Number of responses: 43 responses.">
            <a:extLst>
              <a:ext uri="{FF2B5EF4-FFF2-40B4-BE49-F238E27FC236}">
                <a16:creationId xmlns:a16="http://schemas.microsoft.com/office/drawing/2014/main" id="{1191824F-1C78-670F-1002-CECAEC6265C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5999" y="3439295"/>
            <a:ext cx="7848599" cy="58190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7250599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BEBE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A0554EA-130F-5433-DBFE-65B888EFF1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6">
            <a:extLst>
              <a:ext uri="{FF2B5EF4-FFF2-40B4-BE49-F238E27FC236}">
                <a16:creationId xmlns:a16="http://schemas.microsoft.com/office/drawing/2014/main" id="{08C51301-5C48-7F0E-614D-5F0CB388D26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26481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9842F2E-D0ED-122C-0377-4C868F0A65B3}"/>
              </a:ext>
            </a:extLst>
          </p:cNvPr>
          <p:cNvSpPr txBox="1"/>
          <p:nvPr/>
        </p:nvSpPr>
        <p:spPr>
          <a:xfrm>
            <a:off x="3200400" y="1611255"/>
            <a:ext cx="112014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5400" dirty="0"/>
              <a:t>DATA ANALYSIS</a:t>
            </a:r>
            <a:endParaRPr lang="en-US" sz="5400" b="1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A675AED-3577-E941-CD14-4D89C7D85399}"/>
              </a:ext>
            </a:extLst>
          </p:cNvPr>
          <p:cNvSpPr txBox="1"/>
          <p:nvPr/>
        </p:nvSpPr>
        <p:spPr>
          <a:xfrm>
            <a:off x="2496085" y="2671171"/>
            <a:ext cx="112014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/>
              <a:t>CAPTIVE PORTAL AND BILLING</a:t>
            </a:r>
          </a:p>
        </p:txBody>
      </p:sp>
      <p:pic>
        <p:nvPicPr>
          <p:cNvPr id="5122" name="Picture 2" descr="Forms response chart. Question title: 11. How do users normally pay for Internet access?. Number of responses: 43 responses.">
            <a:extLst>
              <a:ext uri="{FF2B5EF4-FFF2-40B4-BE49-F238E27FC236}">
                <a16:creationId xmlns:a16="http://schemas.microsoft.com/office/drawing/2014/main" id="{8872D0C1-790F-4BE6-498F-71E9FDE2B92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3255946"/>
            <a:ext cx="8839200" cy="60023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4" name="Picture 4" descr="Forms response chart. Question title: 13. Would automated billing systems improve hotspot service management?. Number of responses: 43 responses.">
            <a:extLst>
              <a:ext uri="{FF2B5EF4-FFF2-40B4-BE49-F238E27FC236}">
                <a16:creationId xmlns:a16="http://schemas.microsoft.com/office/drawing/2014/main" id="{FC6033FD-E408-A64D-DA41-5D2B5951E0F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01200" y="3307548"/>
            <a:ext cx="8382000" cy="60023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9107845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BEBE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73C5BEB-E3AC-4404-6FF6-105D5F1B30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6">
            <a:extLst>
              <a:ext uri="{FF2B5EF4-FFF2-40B4-BE49-F238E27FC236}">
                <a16:creationId xmlns:a16="http://schemas.microsoft.com/office/drawing/2014/main" id="{49A5884B-0634-2271-26B7-F1698989161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26481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CA37EA56-E1B6-B873-5EBA-7F555002E43B}"/>
              </a:ext>
            </a:extLst>
          </p:cNvPr>
          <p:cNvSpPr txBox="1"/>
          <p:nvPr/>
        </p:nvSpPr>
        <p:spPr>
          <a:xfrm>
            <a:off x="3200400" y="1611255"/>
            <a:ext cx="112014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5400" dirty="0"/>
              <a:t>DATA ANALYSIS</a:t>
            </a:r>
            <a:endParaRPr lang="en-US" sz="5400" b="1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A96774F-716D-E6F7-C318-EAD6374A7C3E}"/>
              </a:ext>
            </a:extLst>
          </p:cNvPr>
          <p:cNvSpPr txBox="1"/>
          <p:nvPr/>
        </p:nvSpPr>
        <p:spPr>
          <a:xfrm>
            <a:off x="2496085" y="2671171"/>
            <a:ext cx="112014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/>
              <a:t>ROUTER MONITORING</a:t>
            </a:r>
          </a:p>
        </p:txBody>
      </p:sp>
      <p:pic>
        <p:nvPicPr>
          <p:cNvPr id="6146" name="Picture 2" descr="Forms response chart. Question title: 17. Would hotspot systems automatically notify administrators when routers go offline improve reliability?. Number of responses: 80 responses.">
            <a:extLst>
              <a:ext uri="{FF2B5EF4-FFF2-40B4-BE49-F238E27FC236}">
                <a16:creationId xmlns:a16="http://schemas.microsoft.com/office/drawing/2014/main" id="{98C4C970-FCCF-0C61-4280-55B02ECDDFB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62200" y="3421107"/>
            <a:ext cx="14097000" cy="57419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5753729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BEBE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9A9C625-51DE-3B54-2442-D097188CAB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6">
            <a:extLst>
              <a:ext uri="{FF2B5EF4-FFF2-40B4-BE49-F238E27FC236}">
                <a16:creationId xmlns:a16="http://schemas.microsoft.com/office/drawing/2014/main" id="{53DCD3C5-13AE-C928-BEEA-FC6CEB65F1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26481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7EEA073-2958-6C57-D80A-2C3E8779A3D7}"/>
              </a:ext>
            </a:extLst>
          </p:cNvPr>
          <p:cNvSpPr txBox="1"/>
          <p:nvPr/>
        </p:nvSpPr>
        <p:spPr>
          <a:xfrm>
            <a:off x="3200400" y="1611255"/>
            <a:ext cx="112014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5400" dirty="0"/>
              <a:t>DATA ANALYSIS</a:t>
            </a:r>
            <a:endParaRPr lang="en-US" sz="5400" b="1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9A4837B-5F2F-FDA9-E4A7-1CF651E08CAC}"/>
              </a:ext>
            </a:extLst>
          </p:cNvPr>
          <p:cNvSpPr txBox="1"/>
          <p:nvPr/>
        </p:nvSpPr>
        <p:spPr>
          <a:xfrm>
            <a:off x="2496085" y="2671171"/>
            <a:ext cx="7714715" cy="61863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dirty="0"/>
              <a:t>Functional Requirements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600" dirty="0"/>
              <a:t>User connects to Wi-Fi and opens captive portal.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600" dirty="0"/>
              <a:t>User selects Internet plan.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600" dirty="0"/>
              <a:t>User pays through mobile money.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600" dirty="0"/>
              <a:t>System activates Internet access after payment.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600" dirty="0"/>
              <a:t>Admin manages routers, users, plans, payments, and reports.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600" dirty="0"/>
              <a:t>Router sends online/offline status to cloud server.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16FE59F-46F2-FD6E-4E1E-9409C859453A}"/>
              </a:ext>
            </a:extLst>
          </p:cNvPr>
          <p:cNvSpPr txBox="1"/>
          <p:nvPr/>
        </p:nvSpPr>
        <p:spPr>
          <a:xfrm>
            <a:off x="10363200" y="2671171"/>
            <a:ext cx="6858000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dirty="0"/>
              <a:t>Non-Functional Requirements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dirty="0"/>
              <a:t>Easy to use 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dirty="0"/>
              <a:t>Secure login and payment records 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dirty="0"/>
              <a:t>Fast response time 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dirty="0"/>
              <a:t>Reliable router monitoring 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dirty="0"/>
              <a:t>Scalable for many routers 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dirty="0"/>
              <a:t>Available through cloud access</a:t>
            </a:r>
          </a:p>
        </p:txBody>
      </p:sp>
    </p:spTree>
    <p:extLst>
      <p:ext uri="{BB962C8B-B14F-4D97-AF65-F5344CB8AC3E}">
        <p14:creationId xmlns:p14="http://schemas.microsoft.com/office/powerpoint/2010/main" val="423028890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BEBE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7EDF3CB-6337-4574-2165-DA0232C104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6">
            <a:extLst>
              <a:ext uri="{FF2B5EF4-FFF2-40B4-BE49-F238E27FC236}">
                <a16:creationId xmlns:a16="http://schemas.microsoft.com/office/drawing/2014/main" id="{5BE702DF-B420-D326-48C0-BB306DE10E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26481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8C8DF2A-25BF-48F2-DCCD-4051586D945C}"/>
              </a:ext>
            </a:extLst>
          </p:cNvPr>
          <p:cNvSpPr txBox="1"/>
          <p:nvPr/>
        </p:nvSpPr>
        <p:spPr>
          <a:xfrm>
            <a:off x="3352800" y="2327344"/>
            <a:ext cx="6505575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 b="1" dirty="0"/>
              <a:t>Main Modules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000" dirty="0"/>
              <a:t>Captive Portal Module 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000" dirty="0"/>
              <a:t>Billing Module 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000" dirty="0"/>
              <a:t>Payment Module 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000" dirty="0"/>
              <a:t>Router Management Module 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000" dirty="0"/>
              <a:t>Router Monitoring Module 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000" dirty="0"/>
              <a:t>Admin Dashboard 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000" dirty="0"/>
              <a:t>Reports Module</a:t>
            </a:r>
          </a:p>
        </p:txBody>
      </p:sp>
    </p:spTree>
    <p:extLst>
      <p:ext uri="{BB962C8B-B14F-4D97-AF65-F5344CB8AC3E}">
        <p14:creationId xmlns:p14="http://schemas.microsoft.com/office/powerpoint/2010/main" val="46531042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BEBE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7D94F85-2425-FDC4-9267-CBCFDED6F2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6">
            <a:extLst>
              <a:ext uri="{FF2B5EF4-FFF2-40B4-BE49-F238E27FC236}">
                <a16:creationId xmlns:a16="http://schemas.microsoft.com/office/drawing/2014/main" id="{FD84914C-F523-6028-8398-972AEFB79C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26481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055B8F1-A059-9ED4-D435-5A4EBA550F5F}"/>
              </a:ext>
            </a:extLst>
          </p:cNvPr>
          <p:cNvSpPr txBox="1"/>
          <p:nvPr/>
        </p:nvSpPr>
        <p:spPr>
          <a:xfrm>
            <a:off x="4800600" y="180142"/>
            <a:ext cx="914400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US" sz="4400" b="1" dirty="0"/>
              <a:t>USE CASE DIAGRAM</a:t>
            </a:r>
          </a:p>
        </p:txBody>
      </p:sp>
      <p:pic>
        <p:nvPicPr>
          <p:cNvPr id="7170" name="Picture 2">
            <a:extLst>
              <a:ext uri="{FF2B5EF4-FFF2-40B4-BE49-F238E27FC236}">
                <a16:creationId xmlns:a16="http://schemas.microsoft.com/office/drawing/2014/main" id="{C3D76038-545C-4616-9C0A-D2467441735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05" t="6554" r="3086" b="1939"/>
          <a:stretch>
            <a:fillRect/>
          </a:stretch>
        </p:blipFill>
        <p:spPr bwMode="auto">
          <a:xfrm>
            <a:off x="3962400" y="883728"/>
            <a:ext cx="10248900" cy="92201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1394477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BEBE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4FCFEA2-3619-7753-1D95-616A2072A5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6">
            <a:extLst>
              <a:ext uri="{FF2B5EF4-FFF2-40B4-BE49-F238E27FC236}">
                <a16:creationId xmlns:a16="http://schemas.microsoft.com/office/drawing/2014/main" id="{E97CC403-321F-6F62-16AC-62B96144B7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26481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02C74C8-E72C-725F-EA39-EFF8F4662FDC}"/>
              </a:ext>
            </a:extLst>
          </p:cNvPr>
          <p:cNvSpPr txBox="1"/>
          <p:nvPr/>
        </p:nvSpPr>
        <p:spPr>
          <a:xfrm>
            <a:off x="4800600" y="180142"/>
            <a:ext cx="914400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US" sz="4400" b="1" dirty="0"/>
              <a:t>USE CASE DIAGRAM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3BF1D02-F8C1-E861-C823-4889E4322081}"/>
              </a:ext>
            </a:extLst>
          </p:cNvPr>
          <p:cNvSpPr txBox="1"/>
          <p:nvPr/>
        </p:nvSpPr>
        <p:spPr>
          <a:xfrm>
            <a:off x="2667000" y="2327344"/>
            <a:ext cx="6019800" cy="6986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3200" b="1" dirty="0"/>
              <a:t>Actors</a:t>
            </a:r>
            <a:endParaRPr lang="en-US" sz="32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3200" dirty="0"/>
              <a:t>Hotspot User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200" dirty="0"/>
              <a:t>Administrator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200" dirty="0"/>
              <a:t>Hotspot Router(s)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200" dirty="0"/>
              <a:t>Payment Platform 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3200" dirty="0"/>
          </a:p>
          <a:p>
            <a:pPr>
              <a:buNone/>
            </a:pPr>
            <a:r>
              <a:rPr lang="en-US" sz="3200" b="1" u="sng" dirty="0"/>
              <a:t>Main Use Cases</a:t>
            </a:r>
            <a:endParaRPr lang="en-US" sz="3200" u="sng" dirty="0"/>
          </a:p>
          <a:p>
            <a:pPr>
              <a:buNone/>
            </a:pPr>
            <a:r>
              <a:rPr lang="en-US" sz="3200" b="1" dirty="0"/>
              <a:t>Hotspot User</a:t>
            </a:r>
            <a:endParaRPr lang="en-US" sz="32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3200" dirty="0"/>
              <a:t>View Captive Portal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200" dirty="0"/>
              <a:t>Select Internet Plan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200" dirty="0"/>
              <a:t>Make Payment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200" dirty="0"/>
              <a:t>Access Internet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200" dirty="0"/>
              <a:t>Renew Internet Access </a:t>
            </a:r>
          </a:p>
          <a:p>
            <a:pPr>
              <a:buNone/>
            </a:pPr>
            <a:endParaRPr lang="en-US" sz="32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E6B135D-B869-7A1F-04BF-47757B818C44}"/>
              </a:ext>
            </a:extLst>
          </p:cNvPr>
          <p:cNvSpPr txBox="1"/>
          <p:nvPr/>
        </p:nvSpPr>
        <p:spPr>
          <a:xfrm>
            <a:off x="9372600" y="2327344"/>
            <a:ext cx="6629400" cy="78483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en-US" sz="2800" b="1" dirty="0"/>
              <a:t>Administrator</a:t>
            </a:r>
            <a:endParaRPr lang="en-US" sz="28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/>
              <a:t>Admin Login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/>
              <a:t>Register Router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/>
              <a:t>Manage Multiple Routers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/>
              <a:t>View Router List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/>
              <a:t>Monitor Router Status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/>
              <a:t>View Online/Offline Status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/>
              <a:t>View Connected Users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/>
              <a:t>Manage Internet Plans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/>
              <a:t>View Payments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/>
              <a:t>Generate Reports</a:t>
            </a:r>
          </a:p>
          <a:p>
            <a:pPr>
              <a:buNone/>
            </a:pPr>
            <a:r>
              <a:rPr lang="en-US" sz="2800" b="1" dirty="0"/>
              <a:t>Hotspot Router(s)</a:t>
            </a:r>
            <a:endParaRPr lang="en-US" sz="28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/>
              <a:t>Redirect User to Captive Portal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/>
              <a:t>Send Router Heartbeat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/>
              <a:t>Send Connected User Data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/>
              <a:t>Allow User Access </a:t>
            </a:r>
          </a:p>
          <a:p>
            <a:pPr>
              <a:buNone/>
            </a:pPr>
            <a:r>
              <a:rPr lang="en-US" sz="2800" b="1" dirty="0"/>
              <a:t>Payment Platform</a:t>
            </a:r>
            <a:endParaRPr lang="en-US" sz="28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/>
              <a:t>Confirm Payment</a:t>
            </a:r>
          </a:p>
        </p:txBody>
      </p:sp>
    </p:spTree>
    <p:extLst>
      <p:ext uri="{BB962C8B-B14F-4D97-AF65-F5344CB8AC3E}">
        <p14:creationId xmlns:p14="http://schemas.microsoft.com/office/powerpoint/2010/main" val="231753881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BEB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2057400" y="-1258963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-1702233" y="-903796"/>
            <a:ext cx="3404467" cy="3404467"/>
          </a:xfrm>
          <a:custGeom>
            <a:avLst/>
            <a:gdLst/>
            <a:ahLst/>
            <a:cxnLst/>
            <a:rect l="l" t="t" r="r" b="b"/>
            <a:pathLst>
              <a:path w="3404467" h="3404467">
                <a:moveTo>
                  <a:pt x="0" y="0"/>
                </a:moveTo>
                <a:lnTo>
                  <a:pt x="3404466" y="0"/>
                </a:lnTo>
                <a:lnTo>
                  <a:pt x="3404466" y="3404466"/>
                </a:lnTo>
                <a:lnTo>
                  <a:pt x="0" y="34044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6230600" y="7200900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6585767" y="7556067"/>
            <a:ext cx="3404467" cy="3404467"/>
          </a:xfrm>
          <a:custGeom>
            <a:avLst/>
            <a:gdLst/>
            <a:ahLst/>
            <a:cxnLst/>
            <a:rect l="l" t="t" r="r" b="b"/>
            <a:pathLst>
              <a:path w="3404467" h="3404467">
                <a:moveTo>
                  <a:pt x="0" y="0"/>
                </a:moveTo>
                <a:lnTo>
                  <a:pt x="3404466" y="0"/>
                </a:lnTo>
                <a:lnTo>
                  <a:pt x="3404466" y="3404466"/>
                </a:lnTo>
                <a:lnTo>
                  <a:pt x="0" y="34044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6" name="Group 6"/>
          <p:cNvGrpSpPr/>
          <p:nvPr/>
        </p:nvGrpSpPr>
        <p:grpSpPr>
          <a:xfrm>
            <a:off x="12319137" y="9258300"/>
            <a:ext cx="3911463" cy="3911463"/>
            <a:chOff x="0" y="0"/>
            <a:chExt cx="812800" cy="8128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74646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9" name="Freeform 9"/>
          <p:cNvSpPr/>
          <p:nvPr/>
        </p:nvSpPr>
        <p:spPr>
          <a:xfrm>
            <a:off x="16998733" y="7969033"/>
            <a:ext cx="2578533" cy="2578533"/>
          </a:xfrm>
          <a:custGeom>
            <a:avLst/>
            <a:gdLst/>
            <a:ahLst/>
            <a:cxnLst/>
            <a:rect l="l" t="t" r="r" b="b"/>
            <a:pathLst>
              <a:path w="2578533" h="2578533">
                <a:moveTo>
                  <a:pt x="0" y="0"/>
                </a:moveTo>
                <a:lnTo>
                  <a:pt x="2578534" y="0"/>
                </a:lnTo>
                <a:lnTo>
                  <a:pt x="2578534" y="2578534"/>
                </a:lnTo>
                <a:lnTo>
                  <a:pt x="0" y="257853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-1289267" y="-490830"/>
            <a:ext cx="2578533" cy="2578533"/>
          </a:xfrm>
          <a:custGeom>
            <a:avLst/>
            <a:gdLst/>
            <a:ahLst/>
            <a:cxnLst/>
            <a:rect l="l" t="t" r="r" b="b"/>
            <a:pathLst>
              <a:path w="2578533" h="2578533">
                <a:moveTo>
                  <a:pt x="0" y="0"/>
                </a:moveTo>
                <a:lnTo>
                  <a:pt x="2578534" y="0"/>
                </a:lnTo>
                <a:lnTo>
                  <a:pt x="2578534" y="2578534"/>
                </a:lnTo>
                <a:lnTo>
                  <a:pt x="0" y="257853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11" name="Group 11"/>
          <p:cNvGrpSpPr/>
          <p:nvPr/>
        </p:nvGrpSpPr>
        <p:grpSpPr>
          <a:xfrm>
            <a:off x="2129385" y="-2859528"/>
            <a:ext cx="3911463" cy="3911463"/>
            <a:chOff x="0" y="0"/>
            <a:chExt cx="812800" cy="8128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74646"/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4" name="Freeform 14"/>
          <p:cNvSpPr/>
          <p:nvPr/>
        </p:nvSpPr>
        <p:spPr>
          <a:xfrm>
            <a:off x="8103575" y="2500670"/>
            <a:ext cx="2080850" cy="1515913"/>
          </a:xfrm>
          <a:custGeom>
            <a:avLst/>
            <a:gdLst/>
            <a:ahLst/>
            <a:cxnLst/>
            <a:rect l="l" t="t" r="r" b="b"/>
            <a:pathLst>
              <a:path w="2080850" h="1515913">
                <a:moveTo>
                  <a:pt x="0" y="0"/>
                </a:moveTo>
                <a:lnTo>
                  <a:pt x="2080850" y="0"/>
                </a:lnTo>
                <a:lnTo>
                  <a:pt x="2080850" y="1515914"/>
                </a:lnTo>
                <a:lnTo>
                  <a:pt x="0" y="151591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5" name="TextBox 15"/>
          <p:cNvSpPr txBox="1"/>
          <p:nvPr/>
        </p:nvSpPr>
        <p:spPr>
          <a:xfrm>
            <a:off x="4013131" y="3908425"/>
            <a:ext cx="10261737" cy="22225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8199"/>
              </a:lnSpc>
            </a:pPr>
            <a:r>
              <a:rPr lang="en-US" sz="12999" b="1" dirty="0">
                <a:solidFill>
                  <a:srgbClr val="00000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THANK YOU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31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32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3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34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5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36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7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38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</p:bldLst>
  </p:timing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001F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435340"/>
            <a:ext cx="18288000" cy="185166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463040" y="2880360"/>
            <a:ext cx="15361920" cy="3600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FFFFFF"/>
                </a:solidFill>
              </a:rPr>
              <a:t>CHAPTER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63040" y="6172200"/>
            <a:ext cx="15361920" cy="1851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CCE4FF"/>
                </a:solidFill>
              </a:rPr>
              <a:t>System Requirement Specification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00" cy="1440180"/>
          </a:xfrm>
          <a:prstGeom prst="rect">
            <a:avLst/>
          </a:prstGeom>
          <a:solidFill>
            <a:srgbClr val="001F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05740"/>
            <a:ext cx="1719072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5.1  Introduction to Chapter Five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440180"/>
            <a:ext cx="18288000" cy="72009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748790"/>
            <a:ext cx="17190720" cy="2640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70C0"/>
                </a:solidFill>
              </a:rPr>
              <a:t>Purpose</a:t>
            </a:r>
          </a:p>
          <a:p>
            <a:pPr lvl="1" algn="l"/>
            <a:r>
              <a:rPr sz="1100" b="0">
                <a:solidFill>
                  <a:srgbClr val="1A1A1A"/>
                </a:solidFill>
              </a:rPr>
              <a:t>▸  Define WHAT the system must do before design begins.</a:t>
            </a:r>
          </a:p>
          <a:p>
            <a:pPr lvl="1" algn="l"/>
            <a:r>
              <a:rPr sz="1100" b="0">
                <a:solidFill>
                  <a:srgbClr val="1A1A1A"/>
                </a:solidFill>
              </a:rPr>
              <a:t>▸  Target users: hotspot customers and marketplace operators.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491990"/>
            <a:ext cx="17190720" cy="2640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70C0"/>
                </a:solidFill>
              </a:rPr>
              <a:t>Problem Context</a:t>
            </a:r>
          </a:p>
          <a:p>
            <a:pPr lvl="1" algn="l"/>
            <a:r>
              <a:rPr sz="1100" b="0">
                <a:solidFill>
                  <a:srgbClr val="1A1A1A"/>
                </a:solidFill>
              </a:rPr>
              <a:t>▸  Standalone routers with no unified monitoring.</a:t>
            </a:r>
          </a:p>
          <a:p>
            <a:pPr lvl="1" algn="l"/>
            <a:r>
              <a:rPr sz="1100" b="0">
                <a:solidFill>
                  <a:srgbClr val="1A1A1A"/>
                </a:solidFill>
              </a:rPr>
              <a:t>▸  Manual voucher billing with no digital payment trail.</a:t>
            </a:r>
          </a:p>
          <a:p>
            <a:pPr lvl="1" algn="l"/>
            <a:r>
              <a:rPr sz="1100" b="0">
                <a:solidFill>
                  <a:srgbClr val="1A1A1A"/>
                </a:solidFill>
              </a:rPr>
              <a:t>▸  Shared Wi-Fi passwords – no per-user access control.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7235190"/>
            <a:ext cx="17190720" cy="2640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70C0"/>
                </a:solidFill>
              </a:rPr>
              <a:t>Chapter Structure</a:t>
            </a:r>
          </a:p>
          <a:p>
            <a:pPr lvl="1" algn="l"/>
            <a:r>
              <a:rPr sz="1100" b="0">
                <a:solidFill>
                  <a:srgbClr val="1A1A1A"/>
                </a:solidFill>
              </a:rPr>
              <a:t>▸  5.3 – Proposed System</a:t>
            </a:r>
          </a:p>
          <a:p>
            <a:pPr lvl="1" algn="l"/>
            <a:r>
              <a:rPr sz="1100" b="0">
                <a:solidFill>
                  <a:srgbClr val="1A1A1A"/>
                </a:solidFill>
              </a:rPr>
              <a:t>▸  5.4 – Functional Requirements (FR-01 … FR-09)</a:t>
            </a:r>
          </a:p>
          <a:p>
            <a:pPr lvl="1" algn="l"/>
            <a:r>
              <a:rPr sz="1100" b="0">
                <a:solidFill>
                  <a:srgbClr val="1A1A1A"/>
                </a:solidFill>
              </a:rPr>
              <a:t>▸  5.5 – Non-Functional Requirements</a:t>
            </a:r>
          </a:p>
          <a:p>
            <a:pPr lvl="1" algn="l"/>
            <a:r>
              <a:rPr sz="1100" b="0">
                <a:solidFill>
                  <a:srgbClr val="1A1A1A"/>
                </a:solidFill>
              </a:rPr>
              <a:t>▸  5.7 – System Requirements</a:t>
            </a:r>
          </a:p>
          <a:p>
            <a:pPr lvl="1" algn="l"/>
            <a:r>
              <a:rPr sz="1100" b="0">
                <a:solidFill>
                  <a:srgbClr val="1A1A1A"/>
                </a:solidFill>
              </a:rPr>
              <a:t>▸  5.8 – Feasibility Study</a:t>
            </a:r>
          </a:p>
          <a:p>
            <a:pPr lvl="1" algn="l"/>
            <a:r>
              <a:rPr sz="1100" b="0">
                <a:solidFill>
                  <a:srgbClr val="1A1A1A"/>
                </a:solidFill>
              </a:rPr>
              <a:t>▸  5.9 – Use-Case Diagram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00" cy="1440180"/>
          </a:xfrm>
          <a:prstGeom prst="rect">
            <a:avLst/>
          </a:prstGeom>
          <a:solidFill>
            <a:srgbClr val="001F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05740"/>
            <a:ext cx="1719072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5.3  Proposed System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440180"/>
            <a:ext cx="18288000" cy="72009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748790"/>
            <a:ext cx="8229600" cy="2640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70C0"/>
                </a:solidFill>
              </a:rPr>
              <a:t>Centralized Cloud Portal</a:t>
            </a:r>
          </a:p>
          <a:p>
            <a:pPr lvl="1" algn="l"/>
            <a:r>
              <a:rPr sz="1100" b="0">
                <a:solidFill>
                  <a:srgbClr val="1A1A1A"/>
                </a:solidFill>
              </a:rPr>
              <a:t>▸  All routers forward unauthenticated users to a single cloud portal.</a:t>
            </a:r>
          </a:p>
          <a:p>
            <a:pPr lvl="1" algn="l"/>
            <a:r>
              <a:rPr sz="1100" b="0">
                <a:solidFill>
                  <a:srgbClr val="1A1A1A"/>
                </a:solidFill>
              </a:rPr>
              <a:t>▸  One dashboard manages all routers, customers, and payments.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491990"/>
            <a:ext cx="8229600" cy="2640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70C0"/>
                </a:solidFill>
              </a:rPr>
              <a:t>OTP Phone Verification</a:t>
            </a:r>
          </a:p>
          <a:p>
            <a:pPr lvl="1" algn="l"/>
            <a:r>
              <a:rPr sz="1100" b="0">
                <a:solidFill>
                  <a:srgbClr val="1A1A1A"/>
                </a:solidFill>
              </a:rPr>
              <a:t>▸  Users verify their phone via 6-digit OTP before plan purchase.</a:t>
            </a:r>
          </a:p>
          <a:p>
            <a:pPr lvl="1" algn="l"/>
            <a:r>
              <a:rPr sz="1100" b="0">
                <a:solidFill>
                  <a:srgbClr val="1A1A1A"/>
                </a:solidFill>
              </a:rPr>
              <a:t>▸  MAC address paired with verified phone – prevents sharing.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7235190"/>
            <a:ext cx="8229600" cy="2640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70C0"/>
                </a:solidFill>
              </a:rPr>
              <a:t>ClickPesa Mobile Money</a:t>
            </a:r>
          </a:p>
          <a:p>
            <a:pPr lvl="1" algn="l"/>
            <a:r>
              <a:rPr sz="1100" b="0">
                <a:solidFill>
                  <a:srgbClr val="1A1A1A"/>
                </a:solidFill>
              </a:rPr>
              <a:t>▸  Automated payment via M-Pesa, Tigo Pesa, Airtel Money.</a:t>
            </a:r>
          </a:p>
          <a:p>
            <a:pPr lvl="1" algn="l"/>
            <a:r>
              <a:rPr sz="1100" b="0">
                <a:solidFill>
                  <a:srgbClr val="1A1A1A"/>
                </a:solidFill>
              </a:rPr>
              <a:t>▸  Webhook confirmation triggers instant RADIUS activation.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0" y="1748790"/>
            <a:ext cx="8229600" cy="2640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70C0"/>
                </a:solidFill>
              </a:rPr>
              <a:t>RADIUS Bandwidth Shaping</a:t>
            </a:r>
          </a:p>
          <a:p>
            <a:pPr lvl="1" algn="l"/>
            <a:r>
              <a:rPr sz="1100" b="0">
                <a:solidFill>
                  <a:srgbClr val="1A1A1A"/>
                </a:solidFill>
              </a:rPr>
              <a:t>▸  Per-plan speed profiles (e.g. 5 Mbps / 2 Mbps).</a:t>
            </a:r>
          </a:p>
          <a:p>
            <a:pPr lvl="1" algn="l"/>
            <a:r>
              <a:rPr sz="1100" b="0">
                <a:solidFill>
                  <a:srgbClr val="1A1A1A"/>
                </a:solidFill>
              </a:rPr>
              <a:t>▸  Limits enforced automatically on FreeRADIUS.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0" y="4491990"/>
            <a:ext cx="8229600" cy="2640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70C0"/>
                </a:solidFill>
              </a:rPr>
              <a:t>Router Heartbeat Monitoring</a:t>
            </a:r>
          </a:p>
          <a:p>
            <a:pPr lvl="1" algn="l"/>
            <a:r>
              <a:rPr sz="1100" b="0">
                <a:solidFill>
                  <a:srgbClr val="1A1A1A"/>
                </a:solidFill>
              </a:rPr>
              <a:t>▸  Shell agent on each MikroTik sends regular heartbeats.</a:t>
            </a:r>
          </a:p>
          <a:p>
            <a:pPr lvl="1" algn="l"/>
            <a:r>
              <a:rPr sz="1100" b="0">
                <a:solidFill>
                  <a:srgbClr val="1A1A1A"/>
                </a:solidFill>
              </a:rPr>
              <a:t>▸  Backend marks router DEGRADED (2 min) or OFFLINE (5 min).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0" y="7235190"/>
            <a:ext cx="8229600" cy="2640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70C0"/>
                </a:solidFill>
              </a:rPr>
              <a:t>SMS Offline Alerting</a:t>
            </a:r>
          </a:p>
          <a:p>
            <a:pPr lvl="1" algn="l"/>
            <a:r>
              <a:rPr sz="1100" b="0">
                <a:solidFill>
                  <a:srgbClr val="1A1A1A"/>
                </a:solidFill>
              </a:rPr>
              <a:t>▸  Africa's Talking SMS gateway notifies admin immediately.</a:t>
            </a:r>
          </a:p>
          <a:p>
            <a:pPr lvl="1" algn="l"/>
            <a:r>
              <a:rPr sz="1100" b="0">
                <a:solidFill>
                  <a:srgbClr val="1A1A1A"/>
                </a:solidFill>
              </a:rPr>
              <a:t>▸  Alert delivered within 10 seconds of OFFLINE detection.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00" cy="1440180"/>
          </a:xfrm>
          <a:prstGeom prst="rect">
            <a:avLst/>
          </a:prstGeom>
          <a:solidFill>
            <a:srgbClr val="001F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05740"/>
            <a:ext cx="1719072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5.4  Functional Requirements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440180"/>
            <a:ext cx="18288000" cy="72009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748790"/>
            <a:ext cx="16824960" cy="81267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</a:rPr>
              <a:t>FR-01  (Redirection):   System shall redirect unauthenticated users to the captive portal.
FR-02  (OTP Verify):    System shall send a 6-digit OTP to the user's phone number.
FR-03  (Plan Display):  System shall show plan name, price, speed, and duration.
FR-04  (Auto Payment):  System shall accept ClickPesa webhooks and confirm payments.
FR-05  (Bandwidth):     System shall apply RADIUS speed profiles upon plan activation.
FR-06  (Monitoring):    System shall track router heartbeats every minute.
FR-07  (Admin Mgmt):    System shall allow admin to manage sites, routers, and block devices.
FR-08  (Reporting):     System shall generate revenue reports per site, router, day, month, or year.
FR-09  (SMS Alert):     System shall send SMS to the admin when a router goes OFFLINE.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00" cy="1440180"/>
          </a:xfrm>
          <a:prstGeom prst="rect">
            <a:avLst/>
          </a:prstGeom>
          <a:solidFill>
            <a:srgbClr val="001F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05740"/>
            <a:ext cx="1719072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5.5  Non-Functional Requirements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440180"/>
            <a:ext cx="18288000" cy="72009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748790"/>
            <a:ext cx="8229600" cy="2640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70C0"/>
                </a:solidFill>
              </a:rPr>
              <a:t>Security (NFR-01)</a:t>
            </a:r>
          </a:p>
          <a:p>
            <a:pPr lvl="1" algn="l"/>
            <a:r>
              <a:rPr sz="1100" b="0">
                <a:solidFill>
                  <a:srgbClr val="1A1A1A"/>
                </a:solidFill>
              </a:rPr>
              <a:t>▸  BCrypt-hashed admin passwords.</a:t>
            </a:r>
          </a:p>
          <a:p>
            <a:pPr lvl="1" algn="l"/>
            <a:r>
              <a:rPr sz="1100" b="0">
                <a:solidFill>
                  <a:srgbClr val="1A1A1A"/>
                </a:solidFill>
              </a:rPr>
              <a:t>▸  Stateless JWT tokens for all admin API requests.</a:t>
            </a:r>
          </a:p>
          <a:p>
            <a:pPr lvl="1" algn="l"/>
            <a:r>
              <a:rPr sz="1100" b="0">
                <a:solidFill>
                  <a:srgbClr val="1A1A1A"/>
                </a:solidFill>
              </a:rPr>
              <a:t>▸  MAC-address locking prevents session sharing.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491990"/>
            <a:ext cx="8229600" cy="2640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70C0"/>
                </a:solidFill>
              </a:rPr>
              <a:t>Performance (NFR-02)</a:t>
            </a:r>
          </a:p>
          <a:p>
            <a:pPr lvl="1" algn="l"/>
            <a:r>
              <a:rPr sz="1100" b="0">
                <a:solidFill>
                  <a:srgbClr val="1A1A1A"/>
                </a:solidFill>
              </a:rPr>
              <a:t>▸  API response times &lt; 2 seconds under normal load.</a:t>
            </a:r>
          </a:p>
          <a:p>
            <a:pPr lvl="1" algn="l"/>
            <a:r>
              <a:rPr sz="1100" b="0">
                <a:solidFill>
                  <a:srgbClr val="1A1A1A"/>
                </a:solidFill>
              </a:rPr>
              <a:t>▸  OTP SMS delivery within 5 seconds.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7235190"/>
            <a:ext cx="8229600" cy="2640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70C0"/>
                </a:solidFill>
              </a:rPr>
              <a:t>Reliability (NFR-03)</a:t>
            </a:r>
          </a:p>
          <a:p>
            <a:pPr lvl="1" algn="l"/>
            <a:r>
              <a:rPr sz="1100" b="0">
                <a:solidFill>
                  <a:srgbClr val="1A1A1A"/>
                </a:solidFill>
              </a:rPr>
              <a:t>▸  Cron schedulers auto-expire sessions and retry heartbeats.</a:t>
            </a:r>
          </a:p>
          <a:p>
            <a:pPr lvl="1" algn="l"/>
            <a:r>
              <a:rPr sz="1100" b="0">
                <a:solidFill>
                  <a:srgbClr val="1A1A1A"/>
                </a:solidFill>
              </a:rPr>
              <a:t>▸  Flyway migrations guarantee schema consistency.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0" y="1748790"/>
            <a:ext cx="8229600" cy="2640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70C0"/>
                </a:solidFill>
              </a:rPr>
              <a:t>Availability (NFR-04)</a:t>
            </a:r>
          </a:p>
          <a:p>
            <a:pPr lvl="1" algn="l"/>
            <a:r>
              <a:rPr sz="1100" b="0">
                <a:solidFill>
                  <a:srgbClr val="1A1A1A"/>
                </a:solidFill>
              </a:rPr>
              <a:t>▸  Cloud-hosted on VPS: target 99.9% uptime.</a:t>
            </a:r>
          </a:p>
          <a:p>
            <a:pPr lvl="1" algn="l"/>
            <a:r>
              <a:rPr sz="1100" b="0">
                <a:solidFill>
                  <a:srgbClr val="1A1A1A"/>
                </a:solidFill>
              </a:rPr>
              <a:t>▸  Frontend served via static hosting (Vercel).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0" y="4491990"/>
            <a:ext cx="8229600" cy="2640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70C0"/>
                </a:solidFill>
              </a:rPr>
              <a:t>Scalability (NFR-05)</a:t>
            </a:r>
          </a:p>
          <a:p>
            <a:pPr lvl="1" algn="l"/>
            <a:r>
              <a:rPr sz="1100" b="0">
                <a:solidFill>
                  <a:srgbClr val="1A1A1A"/>
                </a:solidFill>
              </a:rPr>
              <a:t>▸  RADIUS design supports dozens of routers without schema changes.</a:t>
            </a:r>
          </a:p>
          <a:p>
            <a:pPr lvl="1" algn="l"/>
            <a:r>
              <a:rPr sz="1100" b="0">
                <a:solidFill>
                  <a:srgbClr val="1A1A1A"/>
                </a:solidFill>
              </a:rPr>
              <a:t>▸  Site grouping allows geographic multi-location growth.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0" y="7235190"/>
            <a:ext cx="8229600" cy="2640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70C0"/>
                </a:solidFill>
              </a:rPr>
              <a:t>Usability (NFR-06)</a:t>
            </a:r>
          </a:p>
          <a:p>
            <a:pPr lvl="1" algn="l"/>
            <a:r>
              <a:rPr sz="1100" b="0">
                <a:solidFill>
                  <a:srgbClr val="1A1A1A"/>
                </a:solidFill>
              </a:rPr>
              <a:t>▸  Swahili captive portal interface for local users.</a:t>
            </a:r>
          </a:p>
          <a:p>
            <a:pPr lvl="1" algn="l"/>
            <a:r>
              <a:rPr sz="1100" b="0">
                <a:solidFill>
                  <a:srgbClr val="1A1A1A"/>
                </a:solidFill>
              </a:rPr>
              <a:t>▸  Responsive admin dashboard on mobile and desktop.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00" cy="1440180"/>
          </a:xfrm>
          <a:prstGeom prst="rect">
            <a:avLst/>
          </a:prstGeom>
          <a:solidFill>
            <a:srgbClr val="001F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05740"/>
            <a:ext cx="1719072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5.7  System Requirements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440180"/>
            <a:ext cx="18288000" cy="72009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748790"/>
            <a:ext cx="8229600" cy="40119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70C0"/>
                </a:solidFill>
              </a:rPr>
              <a:t>Hardware</a:t>
            </a:r>
          </a:p>
          <a:p>
            <a:pPr lvl="1" algn="l"/>
            <a:r>
              <a:rPr sz="1100" b="0">
                <a:solidFill>
                  <a:srgbClr val="1A1A1A"/>
                </a:solidFill>
              </a:rPr>
              <a:t>▸  MikroTik RouterBoard hAP ax2 / ac2 (RouterOS v7+).</a:t>
            </a:r>
          </a:p>
          <a:p>
            <a:pPr lvl="1" algn="l"/>
            <a:r>
              <a:rPr sz="1100" b="0">
                <a:solidFill>
                  <a:srgbClr val="1A1A1A"/>
                </a:solidFill>
              </a:rPr>
              <a:t>▸  Admin PC: Intel Core i5, 8 GB RAM, SSD.</a:t>
            </a:r>
          </a:p>
          <a:p>
            <a:pPr lvl="1" algn="l"/>
            <a:r>
              <a:rPr sz="1100" b="0">
                <a:solidFill>
                  <a:srgbClr val="1A1A1A"/>
                </a:solidFill>
              </a:rPr>
              <a:t>▸  VPS server with Ubuntu 22.04 for cloud hosting.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863590"/>
            <a:ext cx="8229600" cy="40119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70C0"/>
                </a:solidFill>
              </a:rPr>
              <a:t>Software</a:t>
            </a:r>
          </a:p>
          <a:p>
            <a:pPr lvl="1" algn="l"/>
            <a:r>
              <a:rPr sz="1100" b="0">
                <a:solidFill>
                  <a:srgbClr val="1A1A1A"/>
                </a:solidFill>
              </a:rPr>
              <a:t>▸  Backend: Java 21, Spring Boot 4.0.5, Maven.</a:t>
            </a:r>
          </a:p>
          <a:p>
            <a:pPr lvl="1" algn="l"/>
            <a:r>
              <a:rPr sz="1100" b="0">
                <a:solidFill>
                  <a:srgbClr val="1A1A1A"/>
                </a:solidFill>
              </a:rPr>
              <a:t>▸  Frontend: React 19, Vite 7, TypeScript 5.8, Bootstrap 5.</a:t>
            </a:r>
          </a:p>
          <a:p>
            <a:pPr lvl="1" algn="l"/>
            <a:r>
              <a:rPr sz="1100" b="0">
                <a:solidFill>
                  <a:srgbClr val="1A1A1A"/>
                </a:solidFill>
              </a:rPr>
              <a:t>▸  Database: PostgreSQL (schema managed by Flyway).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0" y="1748790"/>
            <a:ext cx="8229600" cy="40119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70C0"/>
                </a:solidFill>
              </a:rPr>
              <a:t>Network</a:t>
            </a:r>
          </a:p>
          <a:p>
            <a:pPr lvl="1" algn="l"/>
            <a:r>
              <a:rPr sz="1100" b="0">
                <a:solidFill>
                  <a:srgbClr val="1A1A1A"/>
                </a:solidFill>
              </a:rPr>
              <a:t>▸  ISP uplink gateway + local WLAN bridge per router.</a:t>
            </a:r>
          </a:p>
          <a:p>
            <a:pPr lvl="1" algn="l"/>
            <a:r>
              <a:rPr sz="1100" b="0">
                <a:solidFill>
                  <a:srgbClr val="1A1A1A"/>
                </a:solidFill>
              </a:rPr>
              <a:t>▸  MikroTik REST API accessible from cloud backend.</a:t>
            </a:r>
          </a:p>
          <a:p>
            <a:pPr lvl="1" algn="l"/>
            <a:r>
              <a:rPr sz="1100" b="0">
                <a:solidFill>
                  <a:srgbClr val="1A1A1A"/>
                </a:solidFill>
              </a:rPr>
              <a:t>▸  FreeRADIUS for AAA (Authentication, Authorization, Accounting).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0" y="5863590"/>
            <a:ext cx="8229600" cy="40119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70C0"/>
                </a:solidFill>
              </a:rPr>
              <a:t>Integration APIs</a:t>
            </a:r>
          </a:p>
          <a:p>
            <a:pPr lvl="1" algn="l"/>
            <a:r>
              <a:rPr sz="1100" b="0">
                <a:solidFill>
                  <a:srgbClr val="1A1A1A"/>
                </a:solidFill>
              </a:rPr>
              <a:t>▸  ClickPesa: mobile money payment webhooks.</a:t>
            </a:r>
          </a:p>
          <a:p>
            <a:pPr lvl="1" algn="l"/>
            <a:r>
              <a:rPr sz="1100" b="0">
                <a:solidFill>
                  <a:srgbClr val="1A1A1A"/>
                </a:solidFill>
              </a:rPr>
              <a:t>▸  Africa's Talking: SMS gateway for OTP and alerts.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00" cy="1440180"/>
          </a:xfrm>
          <a:prstGeom prst="rect">
            <a:avLst/>
          </a:prstGeom>
          <a:solidFill>
            <a:srgbClr val="001F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05740"/>
            <a:ext cx="1719072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5.8  Feasibility Study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440180"/>
            <a:ext cx="18288000" cy="72009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748790"/>
            <a:ext cx="8229600" cy="2640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70C0"/>
                </a:solidFill>
              </a:rPr>
              <a:t>Technical</a:t>
            </a:r>
          </a:p>
          <a:p>
            <a:pPr lvl="1" algn="l"/>
            <a:r>
              <a:rPr sz="1100" b="0">
                <a:solidFill>
                  <a:srgbClr val="1A1A1A"/>
                </a:solidFill>
              </a:rPr>
              <a:t>▸  Team skilled in Java, React, Linux networking, and MikroTik.</a:t>
            </a:r>
          </a:p>
          <a:p>
            <a:pPr lvl="1" algn="l"/>
            <a:r>
              <a:rPr sz="1100" b="0">
                <a:solidFill>
                  <a:srgbClr val="1A1A1A"/>
                </a:solidFill>
              </a:rPr>
              <a:t>▸  All frameworks and APIs are open-source / freemium.</a:t>
            </a:r>
          </a:p>
          <a:p>
            <a:pPr lvl="1" algn="l"/>
            <a:r>
              <a:rPr sz="1100" b="0">
                <a:solidFill>
                  <a:srgbClr val="1A1A1A"/>
                </a:solidFill>
              </a:rPr>
              <a:t>▸  MikroTik REST API is well-documented.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491990"/>
            <a:ext cx="8229600" cy="2640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70C0"/>
                </a:solidFill>
              </a:rPr>
              <a:t>Economic</a:t>
            </a:r>
          </a:p>
          <a:p>
            <a:pPr lvl="1" algn="l"/>
            <a:r>
              <a:rPr sz="1100" b="0">
                <a:solidFill>
                  <a:srgbClr val="1A1A1A"/>
                </a:solidFill>
              </a:rPr>
              <a:t>▸  Zero licensing cost (open-source stack).</a:t>
            </a:r>
          </a:p>
          <a:p>
            <a:pPr lvl="1" algn="l"/>
            <a:r>
              <a:rPr sz="1100" b="0">
                <a:solidFill>
                  <a:srgbClr val="1A1A1A"/>
                </a:solidFill>
              </a:rPr>
              <a:t>▸  Standard MikroTik hardware widely available in Tanzania.</a:t>
            </a:r>
          </a:p>
          <a:p>
            <a:pPr lvl="1" algn="l"/>
            <a:r>
              <a:rPr sz="1100" b="0">
                <a:solidFill>
                  <a:srgbClr val="1A1A1A"/>
                </a:solidFill>
              </a:rPr>
              <a:t>▸  ClickPesa charges per-transaction only on live payments.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7235190"/>
            <a:ext cx="8229600" cy="2640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70C0"/>
                </a:solidFill>
              </a:rPr>
              <a:t>Operational</a:t>
            </a:r>
          </a:p>
          <a:p>
            <a:pPr lvl="1" algn="l"/>
            <a:r>
              <a:rPr sz="1100" b="0">
                <a:solidFill>
                  <a:srgbClr val="1A1A1A"/>
                </a:solidFill>
              </a:rPr>
              <a:t>▸  Eliminates manual voucher printing.</a:t>
            </a:r>
          </a:p>
          <a:p>
            <a:pPr lvl="1" algn="l"/>
            <a:r>
              <a:rPr sz="1100" b="0">
                <a:solidFill>
                  <a:srgbClr val="1A1A1A"/>
                </a:solidFill>
              </a:rPr>
              <a:t>▸  Operators access dashboard on any browser.</a:t>
            </a:r>
          </a:p>
          <a:p>
            <a:pPr lvl="1" algn="l"/>
            <a:r>
              <a:rPr sz="1100" b="0">
                <a:solidFill>
                  <a:srgbClr val="1A1A1A"/>
                </a:solidFill>
              </a:rPr>
              <a:t>▸  Minimal training needed for admin portal use.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0" y="1748790"/>
            <a:ext cx="8229600" cy="40119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70C0"/>
                </a:solidFill>
              </a:rPr>
              <a:t>Legal</a:t>
            </a:r>
          </a:p>
          <a:p>
            <a:pPr lvl="1" algn="l"/>
            <a:r>
              <a:rPr sz="1100" b="0">
                <a:solidFill>
                  <a:srgbClr val="1A1A1A"/>
                </a:solidFill>
              </a:rPr>
              <a:t>▸  Phone OTP verification complies with local telecom regulations.</a:t>
            </a:r>
          </a:p>
          <a:p>
            <a:pPr lvl="1" algn="l"/>
            <a:r>
              <a:rPr sz="1100" b="0">
                <a:solidFill>
                  <a:srgbClr val="1A1A1A"/>
                </a:solidFill>
              </a:rPr>
              <a:t>▸  User data hashed and not shared with third parties.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0" y="5863590"/>
            <a:ext cx="8229600" cy="40119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70C0"/>
                </a:solidFill>
              </a:rPr>
              <a:t>Schedule</a:t>
            </a:r>
          </a:p>
          <a:p>
            <a:pPr lvl="1" algn="l"/>
            <a:r>
              <a:rPr sz="1100" b="0">
                <a:solidFill>
                  <a:srgbClr val="1A1A1A"/>
                </a:solidFill>
              </a:rPr>
              <a:t>▸  Completed within academic semester timeline.</a:t>
            </a:r>
          </a:p>
          <a:p>
            <a:pPr lvl="1" algn="l"/>
            <a:r>
              <a:rPr sz="1100" b="0">
                <a:solidFill>
                  <a:srgbClr val="1A1A1A"/>
                </a:solidFill>
              </a:rPr>
              <a:t>▸  Integration testing conducted in sandboxed environment.</a:t>
            </a:r>
          </a:p>
          <a:p>
            <a:pPr lvl="1" algn="l"/>
            <a:r>
              <a:rPr sz="1100" b="0">
                <a:solidFill>
                  <a:srgbClr val="1A1A1A"/>
                </a:solidFill>
              </a:rPr>
              <a:t>▸  Buffer weeks included for review and documentation.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00" cy="1440180"/>
          </a:xfrm>
          <a:prstGeom prst="rect">
            <a:avLst/>
          </a:prstGeom>
          <a:solidFill>
            <a:srgbClr val="001F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05740"/>
            <a:ext cx="1719072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5.9  Use-Case Diagram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440180"/>
            <a:ext cx="18288000" cy="72009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748790"/>
            <a:ext cx="8229600" cy="40119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70C0"/>
                </a:solidFill>
              </a:rPr>
              <a:t>Actors</a:t>
            </a:r>
          </a:p>
          <a:p>
            <a:pPr lvl="1" algn="l"/>
            <a:r>
              <a:rPr sz="1100" b="0">
                <a:solidFill>
                  <a:srgbClr val="1A1A1A"/>
                </a:solidFill>
              </a:rPr>
              <a:t>▸  Hotspot User</a:t>
            </a:r>
          </a:p>
          <a:p>
            <a:pPr lvl="1" algn="l"/>
            <a:r>
              <a:rPr sz="1100" b="0">
                <a:solidFill>
                  <a:srgbClr val="1A1A1A"/>
                </a:solidFill>
              </a:rPr>
              <a:t>▸  Hotspot Router</a:t>
            </a:r>
          </a:p>
          <a:p>
            <a:pPr lvl="1" algn="l"/>
            <a:r>
              <a:rPr sz="1100" b="0">
                <a:solidFill>
                  <a:srgbClr val="1A1A1A"/>
                </a:solidFill>
              </a:rPr>
              <a:t>▸  Payment Gateway (ClickPesa)</a:t>
            </a:r>
          </a:p>
          <a:p>
            <a:pPr lvl="1" algn="l"/>
            <a:r>
              <a:rPr sz="1100" b="0">
                <a:solidFill>
                  <a:srgbClr val="1A1A1A"/>
                </a:solidFill>
              </a:rPr>
              <a:t>▸  Administrator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863590"/>
            <a:ext cx="8229600" cy="40119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70C0"/>
                </a:solidFill>
              </a:rPr>
              <a:t>Hotspot User Use Cases</a:t>
            </a:r>
          </a:p>
          <a:p>
            <a:pPr lvl="1" algn="l"/>
            <a:r>
              <a:rPr sz="1100" b="0">
                <a:solidFill>
                  <a:srgbClr val="1A1A1A"/>
                </a:solidFill>
              </a:rPr>
              <a:t>▸  Connect to Wi-Fi → Redirected to Portal</a:t>
            </a:r>
          </a:p>
          <a:p>
            <a:pPr lvl="1" algn="l"/>
            <a:r>
              <a:rPr sz="1100" b="0">
                <a:solidFill>
                  <a:srgbClr val="1A1A1A"/>
                </a:solidFill>
              </a:rPr>
              <a:t>▸  Verify Phone (OTP)</a:t>
            </a:r>
          </a:p>
          <a:p>
            <a:pPr lvl="1" algn="l"/>
            <a:r>
              <a:rPr sz="1100" b="0">
                <a:solidFill>
                  <a:srgbClr val="1A1A1A"/>
                </a:solidFill>
              </a:rPr>
              <a:t>▸  Select Internet Plan</a:t>
            </a:r>
          </a:p>
          <a:p>
            <a:pPr lvl="1" algn="l"/>
            <a:r>
              <a:rPr sz="1100" b="0">
                <a:solidFill>
                  <a:srgbClr val="1A1A1A"/>
                </a:solidFill>
              </a:rPr>
              <a:t>▸  Pay via Mobile Money</a:t>
            </a:r>
          </a:p>
          <a:p>
            <a:pPr lvl="1" algn="l"/>
            <a:r>
              <a:rPr sz="1100" b="0">
                <a:solidFill>
                  <a:srgbClr val="1A1A1A"/>
                </a:solidFill>
              </a:rPr>
              <a:t>▸  Access the Internet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0" y="1748790"/>
            <a:ext cx="8229600" cy="40119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70C0"/>
                </a:solidFill>
              </a:rPr>
              <a:t>Administrator Use Cases</a:t>
            </a:r>
          </a:p>
          <a:p>
            <a:pPr lvl="1" algn="l"/>
            <a:r>
              <a:rPr sz="1100" b="0">
                <a:solidFill>
                  <a:srgbClr val="1A1A1A"/>
                </a:solidFill>
              </a:rPr>
              <a:t>▸  Login to Admin Dashboard</a:t>
            </a:r>
          </a:p>
          <a:p>
            <a:pPr lvl="1" algn="l"/>
            <a:r>
              <a:rPr sz="1100" b="0">
                <a:solidFill>
                  <a:srgbClr val="1A1A1A"/>
                </a:solidFill>
              </a:rPr>
              <a:t>▸  Register &amp; Monitor Routers</a:t>
            </a:r>
          </a:p>
          <a:p>
            <a:pPr lvl="1" algn="l"/>
            <a:r>
              <a:rPr sz="1100" b="0">
                <a:solidFill>
                  <a:srgbClr val="1A1A1A"/>
                </a:solidFill>
              </a:rPr>
              <a:t>▸  Block Suspicious Devices</a:t>
            </a:r>
          </a:p>
          <a:p>
            <a:pPr lvl="1" algn="l"/>
            <a:r>
              <a:rPr sz="1100" b="0">
                <a:solidFill>
                  <a:srgbClr val="1A1A1A"/>
                </a:solidFill>
              </a:rPr>
              <a:t>▸  View Payments &amp; Sessions</a:t>
            </a:r>
          </a:p>
          <a:p>
            <a:pPr lvl="1" algn="l"/>
            <a:r>
              <a:rPr sz="1100" b="0">
                <a:solidFill>
                  <a:srgbClr val="1A1A1A"/>
                </a:solidFill>
              </a:rPr>
              <a:t>▸  Generate Reports (by Site / Router / Period)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0" y="5863590"/>
            <a:ext cx="8229600" cy="40119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70C0"/>
                </a:solidFill>
              </a:rPr>
              <a:t>System / External</a:t>
            </a:r>
          </a:p>
          <a:p>
            <a:pPr lvl="1" algn="l"/>
            <a:r>
              <a:rPr sz="1100" b="0">
                <a:solidFill>
                  <a:srgbClr val="1A1A1A"/>
                </a:solidFill>
              </a:rPr>
              <a:t>▸  Router: Capture MAC, Send Heartbeat</a:t>
            </a:r>
          </a:p>
          <a:p>
            <a:pPr lvl="1" algn="l"/>
            <a:r>
              <a:rPr sz="1100" b="0">
                <a:solidFill>
                  <a:srgbClr val="1A1A1A"/>
                </a:solidFill>
              </a:rPr>
              <a:t>▸  ClickPesa: Confirm Payment Webhook</a:t>
            </a:r>
          </a:p>
          <a:p>
            <a:pPr lvl="1" algn="l"/>
            <a:r>
              <a:rPr sz="1100" b="0">
                <a:solidFill>
                  <a:srgbClr val="1A1A1A"/>
                </a:solidFill>
              </a:rPr>
              <a:t>▸  Africa's Talking: Deliver OTP &amp; Alerts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001F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435340"/>
            <a:ext cx="18288000" cy="185166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463040" y="2880360"/>
            <a:ext cx="15361920" cy="3600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FFFFFF"/>
                </a:solidFill>
              </a:rPr>
              <a:t>CHAPTER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63040" y="6172200"/>
            <a:ext cx="15361920" cy="1851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CCE4FF"/>
                </a:solidFill>
              </a:rPr>
              <a:t>System Design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00" cy="1440180"/>
          </a:xfrm>
          <a:prstGeom prst="rect">
            <a:avLst/>
          </a:prstGeom>
          <a:solidFill>
            <a:srgbClr val="001F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05740"/>
            <a:ext cx="1719072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6.1  Introduction to Chapter Six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440180"/>
            <a:ext cx="18288000" cy="72009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748790"/>
            <a:ext cx="17190720" cy="2640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70C0"/>
                </a:solidFill>
              </a:rPr>
              <a:t>Purpose</a:t>
            </a:r>
          </a:p>
          <a:p>
            <a:pPr lvl="1" algn="l"/>
            <a:r>
              <a:rPr sz="1100" b="0">
                <a:solidFill>
                  <a:srgbClr val="1A1A1A"/>
                </a:solidFill>
              </a:rPr>
              <a:t>▸  Define HOW the system will be built based on Ch. 5 requirements.</a:t>
            </a:r>
          </a:p>
          <a:p>
            <a:pPr lvl="1" algn="l"/>
            <a:r>
              <a:rPr sz="1100" b="0">
                <a:solidFill>
                  <a:srgbClr val="1A1A1A"/>
                </a:solidFill>
              </a:rPr>
              <a:t>▸  Map functional specs to architectural components.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491990"/>
            <a:ext cx="17190720" cy="2640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70C0"/>
                </a:solidFill>
              </a:rPr>
              <a:t>Design Approach</a:t>
            </a:r>
          </a:p>
          <a:p>
            <a:pPr lvl="1" algn="l"/>
            <a:r>
              <a:rPr sz="1100" b="0">
                <a:solidFill>
                  <a:srgbClr val="1A1A1A"/>
                </a:solidFill>
              </a:rPr>
              <a:t>▸  Three-tier client–server architecture.</a:t>
            </a:r>
          </a:p>
          <a:p>
            <a:pPr lvl="1" algn="l"/>
            <a:r>
              <a:rPr sz="1100" b="0">
                <a:solidFill>
                  <a:srgbClr val="1A1A1A"/>
                </a:solidFill>
              </a:rPr>
              <a:t>▸  RESTful API communication between all layers.</a:t>
            </a:r>
          </a:p>
          <a:p>
            <a:pPr lvl="1" algn="l"/>
            <a:r>
              <a:rPr sz="1100" b="0">
                <a:solidFill>
                  <a:srgbClr val="1A1A1A"/>
                </a:solidFill>
              </a:rPr>
              <a:t>▸  PostgreSQL relational database with Flyway migrations.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7235190"/>
            <a:ext cx="17190720" cy="2640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70C0"/>
                </a:solidFill>
              </a:rPr>
              <a:t>Chapter Structure</a:t>
            </a:r>
          </a:p>
          <a:p>
            <a:pPr lvl="1" algn="l"/>
            <a:r>
              <a:rPr sz="1100" b="0">
                <a:solidFill>
                  <a:srgbClr val="1A1A1A"/>
                </a:solidFill>
              </a:rPr>
              <a:t>▸  6.2 – System Architecture</a:t>
            </a:r>
          </a:p>
          <a:p>
            <a:pPr lvl="1" algn="l"/>
            <a:r>
              <a:rPr sz="1100" b="0">
                <a:solidFill>
                  <a:srgbClr val="1A1A1A"/>
                </a:solidFill>
              </a:rPr>
              <a:t>▸  6.3 – Data Flow Diagrams</a:t>
            </a:r>
          </a:p>
          <a:p>
            <a:pPr lvl="1" algn="l"/>
            <a:r>
              <a:rPr sz="1100" b="0">
                <a:solidFill>
                  <a:srgbClr val="1A1A1A"/>
                </a:solidFill>
              </a:rPr>
              <a:t>▸  6.4 – Database Design (ERD)</a:t>
            </a:r>
          </a:p>
          <a:p>
            <a:pPr lvl="1" algn="l"/>
            <a:r>
              <a:rPr sz="1100" b="0">
                <a:solidFill>
                  <a:srgbClr val="1A1A1A"/>
                </a:solidFill>
              </a:rPr>
              <a:t>▸  6.5 – Sequence Diagrams</a:t>
            </a:r>
          </a:p>
          <a:p>
            <a:pPr lvl="1" algn="l"/>
            <a:r>
              <a:rPr sz="1100" b="0">
                <a:solidFill>
                  <a:srgbClr val="1A1A1A"/>
                </a:solidFill>
              </a:rPr>
              <a:t>▸  6.10 – System Flowchart</a:t>
            </a:r>
          </a:p>
          <a:p>
            <a:pPr lvl="1" algn="l"/>
            <a:r>
              <a:rPr sz="1100" b="0">
                <a:solidFill>
                  <a:srgbClr val="1A1A1A"/>
                </a:solidFill>
              </a:rPr>
              <a:t>▸  6.11 – Security Design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00" cy="1440180"/>
          </a:xfrm>
          <a:prstGeom prst="rect">
            <a:avLst/>
          </a:prstGeom>
          <a:solidFill>
            <a:srgbClr val="001F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05740"/>
            <a:ext cx="1719072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6.2  System Architecture (Three-Tier)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440180"/>
            <a:ext cx="18288000" cy="72009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748790"/>
            <a:ext cx="8229600" cy="40119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70C0"/>
                </a:solidFill>
              </a:rPr>
              <a:t>Presentation Layer – React SPA</a:t>
            </a:r>
          </a:p>
          <a:p>
            <a:pPr lvl="1" algn="l"/>
            <a:r>
              <a:rPr sz="1100" b="0">
                <a:solidFill>
                  <a:srgbClr val="1A1A1A"/>
                </a:solidFill>
              </a:rPr>
              <a:t>▸  Captive portal (mobile-first, Swahili UI).</a:t>
            </a:r>
          </a:p>
          <a:p>
            <a:pPr lvl="1" algn="l"/>
            <a:r>
              <a:rPr sz="1100" b="0">
                <a:solidFill>
                  <a:srgbClr val="1A1A1A"/>
                </a:solidFill>
              </a:rPr>
              <a:t>▸  Admin dashboard with KPI widgets, reports, router list.</a:t>
            </a:r>
          </a:p>
          <a:p>
            <a:pPr lvl="1" algn="l"/>
            <a:r>
              <a:rPr sz="1100" b="0">
                <a:solidFill>
                  <a:srgbClr val="1A1A1A"/>
                </a:solidFill>
              </a:rPr>
              <a:t>▸  Built with React 19 + Vite 7 + Bootstrap 5.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863590"/>
            <a:ext cx="8229600" cy="40119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70C0"/>
                </a:solidFill>
              </a:rPr>
              <a:t>Application Layer – Spring Boot API</a:t>
            </a:r>
          </a:p>
          <a:p>
            <a:pPr lvl="1" algn="l"/>
            <a:r>
              <a:rPr sz="1100" b="0">
                <a:solidFill>
                  <a:srgbClr val="1A1A1A"/>
                </a:solidFill>
              </a:rPr>
              <a:t>▸  PortalContextService, RouterNodeService, PaymentService.</a:t>
            </a:r>
          </a:p>
          <a:p>
            <a:pPr lvl="1" algn="l"/>
            <a:r>
              <a:rPr sz="1100" b="0">
                <a:solidFill>
                  <a:srgbClr val="1A1A1A"/>
                </a:solidFill>
              </a:rPr>
              <a:t>▸  RadiusProvisioningService, RouterStatusScheduler.</a:t>
            </a:r>
          </a:p>
          <a:p>
            <a:pPr lvl="1" algn="l"/>
            <a:r>
              <a:rPr sz="1100" b="0">
                <a:solidFill>
                  <a:srgbClr val="1A1A1A"/>
                </a:solidFill>
              </a:rPr>
              <a:t>▸  SmsSender (Africa's Talking) &amp; ClickPesaPaymentProvider.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0" y="1748790"/>
            <a:ext cx="8229600" cy="40119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70C0"/>
                </a:solidFill>
              </a:rPr>
              <a:t>Data Layer – PostgreSQL</a:t>
            </a:r>
          </a:p>
          <a:p>
            <a:pPr lvl="1" algn="l"/>
            <a:r>
              <a:rPr sz="1100" b="0">
                <a:solidFill>
                  <a:srgbClr val="1A1A1A"/>
                </a:solidFill>
              </a:rPr>
              <a:t>▸  Normalized relational schema (16 Flyway migrations).</a:t>
            </a:r>
          </a:p>
          <a:p>
            <a:pPr lvl="1" algn="l"/>
            <a:r>
              <a:rPr sz="1100" b="0">
                <a:solidFill>
                  <a:srgbClr val="1A1A1A"/>
                </a:solidFill>
              </a:rPr>
              <a:t>▸  Repositories: PaymentRepository, RouterNodeRepository, etc.</a:t>
            </a:r>
          </a:p>
          <a:p>
            <a:pPr lvl="1" algn="l"/>
            <a:r>
              <a:rPr sz="1100" b="0">
                <a:solidFill>
                  <a:srgbClr val="1A1A1A"/>
                </a:solidFill>
              </a:rPr>
              <a:t>▸  FreeRADIUS database shares credentials with app DB.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0" y="5863590"/>
            <a:ext cx="8229600" cy="40119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70C0"/>
                </a:solidFill>
              </a:rPr>
              <a:t>Integration Targets</a:t>
            </a:r>
          </a:p>
          <a:p>
            <a:pPr lvl="1" algn="l"/>
            <a:r>
              <a:rPr sz="1100" b="0">
                <a:solidFill>
                  <a:srgbClr val="1A1A1A"/>
                </a:solidFill>
              </a:rPr>
              <a:t>▸  MikroTik REST API (router control &amp; user management).</a:t>
            </a:r>
          </a:p>
          <a:p>
            <a:pPr lvl="1" algn="l"/>
            <a:r>
              <a:rPr sz="1100" b="0">
                <a:solidFill>
                  <a:srgbClr val="1A1A1A"/>
                </a:solidFill>
              </a:rPr>
              <a:t>▸  FreeRADIUS (AAA – speed profiles).</a:t>
            </a:r>
          </a:p>
          <a:p>
            <a:pPr lvl="1" algn="l"/>
            <a:r>
              <a:rPr sz="1100" b="0">
                <a:solidFill>
                  <a:srgbClr val="1A1A1A"/>
                </a:solidFill>
              </a:rPr>
              <a:t>▸  ClickPesa webhook endpoint.</a:t>
            </a:r>
          </a:p>
          <a:p>
            <a:pPr lvl="1" algn="l"/>
            <a:r>
              <a:rPr sz="1100" b="0">
                <a:solidFill>
                  <a:srgbClr val="1A1A1A"/>
                </a:solidFill>
              </a:rPr>
              <a:t>▸  Africa's Talking SMS API.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00" cy="1440180"/>
          </a:xfrm>
          <a:prstGeom prst="rect">
            <a:avLst/>
          </a:prstGeom>
          <a:solidFill>
            <a:srgbClr val="001F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05740"/>
            <a:ext cx="1719072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6.3  Data Modeling – DFD (Level 0 &amp; Level 1)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440180"/>
            <a:ext cx="18288000" cy="72009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748790"/>
            <a:ext cx="8229600" cy="40119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70C0"/>
                </a:solidFill>
              </a:rPr>
              <a:t>Context Diagram (Level 0)</a:t>
            </a:r>
          </a:p>
          <a:p>
            <a:pPr lvl="1" algn="l"/>
            <a:r>
              <a:rPr sz="1100" b="0">
                <a:solidFill>
                  <a:srgbClr val="1A1A1A"/>
                </a:solidFill>
              </a:rPr>
              <a:t>▸  Single system boundary.</a:t>
            </a:r>
          </a:p>
          <a:p>
            <a:pPr lvl="1" algn="l"/>
            <a:r>
              <a:rPr sz="1100" b="0">
                <a:solidFill>
                  <a:srgbClr val="1A1A1A"/>
                </a:solidFill>
              </a:rPr>
              <a:t>▸  Inputs: User requests, router heartbeats, ClickPesa webhooks.</a:t>
            </a:r>
          </a:p>
          <a:p>
            <a:pPr lvl="1" algn="l"/>
            <a:r>
              <a:rPr sz="1100" b="0">
                <a:solidFill>
                  <a:srgbClr val="1A1A1A"/>
                </a:solidFill>
              </a:rPr>
              <a:t>▸  Outputs: Internet access grant, SMS alerts, reports.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863590"/>
            <a:ext cx="8229600" cy="40119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70C0"/>
                </a:solidFill>
              </a:rPr>
              <a:t>Level 1 – Process 1.0 (Identity)</a:t>
            </a:r>
          </a:p>
          <a:p>
            <a:pPr lvl="1" algn="l"/>
            <a:r>
              <a:rPr sz="1100" b="0">
                <a:solidFill>
                  <a:srgbClr val="1A1A1A"/>
                </a:solidFill>
              </a:rPr>
              <a:t>▸  Validates OTP → links MAC to customer account.</a:t>
            </a:r>
          </a:p>
          <a:p>
            <a:pPr lvl="1" algn="l"/>
            <a:r>
              <a:rPr sz="1100" b="0">
                <a:solidFill>
                  <a:srgbClr val="1A1A1A"/>
                </a:solidFill>
              </a:rPr>
              <a:t>▸  Data store: customers, devices, otp_verifications.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0" y="1748790"/>
            <a:ext cx="8229600" cy="2640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70C0"/>
                </a:solidFill>
              </a:rPr>
              <a:t>Level 1 – Process 2.0 (Billing)</a:t>
            </a:r>
          </a:p>
          <a:p>
            <a:pPr lvl="1" algn="l"/>
            <a:r>
              <a:rPr sz="1100" b="0">
                <a:solidFill>
                  <a:srgbClr val="1A1A1A"/>
                </a:solidFill>
              </a:rPr>
              <a:t>▸  Receives ClickPesa webhook → marks payment PAID.</a:t>
            </a:r>
          </a:p>
          <a:p>
            <a:pPr lvl="1" algn="l"/>
            <a:r>
              <a:rPr sz="1100" b="0">
                <a:solidFill>
                  <a:srgbClr val="1A1A1A"/>
                </a:solidFill>
              </a:rPr>
              <a:t>▸  Triggers RADIUS provisioning.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0" y="4491990"/>
            <a:ext cx="8229600" cy="2640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70C0"/>
                </a:solidFill>
              </a:rPr>
              <a:t>Level 1 – Process 3.0 (Access Control)</a:t>
            </a:r>
          </a:p>
          <a:p>
            <a:pPr lvl="1" algn="l"/>
            <a:r>
              <a:rPr sz="1100" b="0">
                <a:solidFill>
                  <a:srgbClr val="1A1A1A"/>
                </a:solidFill>
              </a:rPr>
              <a:t>▸  Creates RADIUS account with speed limits.</a:t>
            </a:r>
          </a:p>
          <a:p>
            <a:pPr lvl="1" algn="l"/>
            <a:r>
              <a:rPr sz="1100" b="0">
                <a:solidFill>
                  <a:srgbClr val="1A1A1A"/>
                </a:solidFill>
              </a:rPr>
              <a:t>▸  Signals MikroTik to allow MAC address.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0" y="7235190"/>
            <a:ext cx="8229600" cy="2640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70C0"/>
                </a:solidFill>
              </a:rPr>
              <a:t>Level 1 – Process 4.0 (Monitoring)</a:t>
            </a:r>
          </a:p>
          <a:p>
            <a:pPr lvl="1" algn="l"/>
            <a:r>
              <a:rPr sz="1100" b="0">
                <a:solidFill>
                  <a:srgbClr val="1A1A1A"/>
                </a:solidFill>
              </a:rPr>
              <a:t>▸  Aggregates heartbeats → detects DEGRADED / OFFLINE.</a:t>
            </a:r>
          </a:p>
          <a:p>
            <a:pPr lvl="1" algn="l"/>
            <a:r>
              <a:rPr sz="1100" b="0">
                <a:solidFill>
                  <a:srgbClr val="1A1A1A"/>
                </a:solidFill>
              </a:rPr>
              <a:t>▸  Dispatches SMS alert via Africa's Talking.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00" cy="1440180"/>
          </a:xfrm>
          <a:prstGeom prst="rect">
            <a:avLst/>
          </a:prstGeom>
          <a:solidFill>
            <a:srgbClr val="001F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05740"/>
            <a:ext cx="1719072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6.4  Database Design – Entity Relationships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440180"/>
            <a:ext cx="18288000" cy="72009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748790"/>
            <a:ext cx="16824960" cy="81267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Customer (1) ──── (N)  Device            — each customer owns multiple MAC-locked devices
Device    (1) ──── (N)  AccessSession     — timed internet slots per device
Payment   (1) ──── (1)  AccessSession     — 1-to-1 ensures audit traceability
RouterNode(1) ──── (N)  AccessSession     — records which router served the session
Site      (1) ──── (N)  RouterNode        — groups routers geographically
Plan      (1) ──── (N)  Payment           — links purchased packages to transactions
Key Constraints:
  • MAC address UNIQUE across devices  (prevents duplicate registrations)
  • payment_id UNIQUE in access_sessions (prevents double-activation)
  • provider_reference UNIQUE in payments (ClickPesa idempotency)
Flyway migration V1–V16 applied in sequence on startup.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00" cy="1440180"/>
          </a:xfrm>
          <a:prstGeom prst="rect">
            <a:avLst/>
          </a:prstGeom>
          <a:solidFill>
            <a:srgbClr val="001F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05740"/>
            <a:ext cx="1719072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6.5  Sequence Diagram – User Purchase Journey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440180"/>
            <a:ext cx="18288000" cy="72009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748790"/>
            <a:ext cx="8229600" cy="2640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70C0"/>
                </a:solidFill>
              </a:rPr>
              <a:t>Step 1 – Connection &amp; Redirect</a:t>
            </a:r>
          </a:p>
          <a:p>
            <a:pPr lvl="1" algn="l"/>
            <a:r>
              <a:rPr sz="1100" b="0">
                <a:solidFill>
                  <a:srgbClr val="1A1A1A"/>
                </a:solidFill>
              </a:rPr>
              <a:t>▸  Router captures MAC address on first connection.</a:t>
            </a:r>
          </a:p>
          <a:p>
            <a:pPr lvl="1" algn="l"/>
            <a:r>
              <a:rPr sz="1100" b="0">
                <a:solidFill>
                  <a:srgbClr val="1A1A1A"/>
                </a:solidFill>
              </a:rPr>
              <a:t>▸  Unauthenticated user → Captive portal landing page.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491990"/>
            <a:ext cx="8229600" cy="2640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70C0"/>
                </a:solidFill>
              </a:rPr>
              <a:t>Step 2 – OTP Verification</a:t>
            </a:r>
          </a:p>
          <a:p>
            <a:pPr lvl="1" algn="l"/>
            <a:r>
              <a:rPr sz="1100" b="0">
                <a:solidFill>
                  <a:srgbClr val="1A1A1A"/>
                </a:solidFill>
              </a:rPr>
              <a:t>▸  User enters phone number.</a:t>
            </a:r>
          </a:p>
          <a:p>
            <a:pPr lvl="1" algn="l"/>
            <a:r>
              <a:rPr sz="1100" b="0">
                <a:solidFill>
                  <a:srgbClr val="1A1A1A"/>
                </a:solidFill>
              </a:rPr>
              <a:t>▸  Backend sends 6-digit OTP via Africa's Talking.</a:t>
            </a:r>
          </a:p>
          <a:p>
            <a:pPr lvl="1" algn="l"/>
            <a:r>
              <a:rPr sz="1100" b="0">
                <a:solidFill>
                  <a:srgbClr val="1A1A1A"/>
                </a:solidFill>
              </a:rPr>
              <a:t>▸  User submits OTP → MAC linked to verified customer.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7235190"/>
            <a:ext cx="8229600" cy="2640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70C0"/>
                </a:solidFill>
              </a:rPr>
              <a:t>Step 3 – Plan Selection &amp; Payment</a:t>
            </a:r>
          </a:p>
          <a:p>
            <a:pPr lvl="1" algn="l"/>
            <a:r>
              <a:rPr sz="1100" b="0">
                <a:solidFill>
                  <a:srgbClr val="1A1A1A"/>
                </a:solidFill>
              </a:rPr>
              <a:t>▸  Plans displayed with price, duration, and speed.</a:t>
            </a:r>
          </a:p>
          <a:p>
            <a:pPr lvl="1" algn="l"/>
            <a:r>
              <a:rPr sz="1100" b="0">
                <a:solidFill>
                  <a:srgbClr val="1A1A1A"/>
                </a:solidFill>
              </a:rPr>
              <a:t>▸  User selects plan → ClickPesa STK Push initiated.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0" y="1748790"/>
            <a:ext cx="8229600" cy="2640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70C0"/>
                </a:solidFill>
              </a:rPr>
              <a:t>Step 4 – Payment Confirmation</a:t>
            </a:r>
          </a:p>
          <a:p>
            <a:pPr lvl="1" algn="l"/>
            <a:r>
              <a:rPr sz="1100" b="0">
                <a:solidFill>
                  <a:srgbClr val="1A1A1A"/>
                </a:solidFill>
              </a:rPr>
              <a:t>▸  User confirms mobile money PIN on phone.</a:t>
            </a:r>
          </a:p>
          <a:p>
            <a:pPr lvl="1" algn="l"/>
            <a:r>
              <a:rPr sz="1100" b="0">
                <a:solidFill>
                  <a:srgbClr val="1A1A1A"/>
                </a:solidFill>
              </a:rPr>
              <a:t>▸  ClickPesa sends webhook to /api/payments/clickpesa/webhook.</a:t>
            </a:r>
          </a:p>
          <a:p>
            <a:pPr lvl="1" algn="l"/>
            <a:r>
              <a:rPr sz="1100" b="0">
                <a:solidFill>
                  <a:srgbClr val="1A1A1A"/>
                </a:solidFill>
              </a:rPr>
              <a:t>▸  Backend sets payment status → PAID.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0" y="4491990"/>
            <a:ext cx="8229600" cy="2640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70C0"/>
                </a:solidFill>
              </a:rPr>
              <a:t>Step 5 – Access Provisioning</a:t>
            </a:r>
          </a:p>
          <a:p>
            <a:pPr lvl="1" algn="l"/>
            <a:r>
              <a:rPr sz="1100" b="0">
                <a:solidFill>
                  <a:srgbClr val="1A1A1A"/>
                </a:solidFill>
              </a:rPr>
              <a:t>▸  RadiusProvisioningService creates RADIUS account.</a:t>
            </a:r>
          </a:p>
          <a:p>
            <a:pPr lvl="1" algn="l"/>
            <a:r>
              <a:rPr sz="1100" b="0">
                <a:solidFill>
                  <a:srgbClr val="1A1A1A"/>
                </a:solidFill>
              </a:rPr>
              <a:t>▸  Speed profile applied (e.g. 5 Mbps download).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0" y="7235190"/>
            <a:ext cx="8229600" cy="2640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70C0"/>
                </a:solidFill>
              </a:rPr>
              <a:t>Step 6 – Access Granted</a:t>
            </a:r>
          </a:p>
          <a:p>
            <a:pPr lvl="1" algn="l"/>
            <a:r>
              <a:rPr sz="1100" b="0">
                <a:solidFill>
                  <a:srgbClr val="1A1A1A"/>
                </a:solidFill>
              </a:rPr>
              <a:t>▸  Portal displays Continue button with RADIUS token.</a:t>
            </a:r>
          </a:p>
          <a:p>
            <a:pPr lvl="1" algn="l"/>
            <a:r>
              <a:rPr sz="1100" b="0">
                <a:solidFill>
                  <a:srgbClr val="1A1A1A"/>
                </a:solidFill>
              </a:rPr>
              <a:t>▸  MikroTik accepts credentials → internet enabled.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00" cy="1440180"/>
          </a:xfrm>
          <a:prstGeom prst="rect">
            <a:avLst/>
          </a:prstGeom>
          <a:solidFill>
            <a:srgbClr val="001F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05740"/>
            <a:ext cx="1719072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6.10  Flowchart of the Working System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440180"/>
            <a:ext cx="18288000" cy="72009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748790"/>
            <a:ext cx="16824960" cy="81267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START
  1. User connects to Hotspot AP
  2. Is device MAC known?
       YES → Does device have ACTIVE session?
                YES → Show Active Session countdown page  ──► END
                NO  → Show Plan Selection
       NO  → Redirect to Captive Portal Landing Page
  3. Phone Verified?
       YES → Show Plan Selection
       NO  → Prompt phone entry → Send OTP → Verify OTP
  4. User selects Plan → ClickPesa payment initiated
  5. Payment Successful?
       YES → Create RADIUS account → Grant Internet Access  ──► END
       NO  → Show payment failure page  ──► END
END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00" cy="1440180"/>
          </a:xfrm>
          <a:prstGeom prst="rect">
            <a:avLst/>
          </a:prstGeom>
          <a:solidFill>
            <a:srgbClr val="001F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05740"/>
            <a:ext cx="1719072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6.11  Security Design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440180"/>
            <a:ext cx="18288000" cy="72009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748790"/>
            <a:ext cx="8229600" cy="40119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70C0"/>
                </a:solidFill>
              </a:rPr>
              <a:t>Authentication &amp; Authorization</a:t>
            </a:r>
          </a:p>
          <a:p>
            <a:pPr lvl="1" algn="l"/>
            <a:r>
              <a:rPr sz="1100" b="0">
                <a:solidFill>
                  <a:srgbClr val="1A1A1A"/>
                </a:solidFill>
              </a:rPr>
              <a:t>▸  Admin login: BCrypt-hashed password + JWT token.</a:t>
            </a:r>
          </a:p>
          <a:p>
            <a:pPr lvl="1" algn="l"/>
            <a:r>
              <a:rPr sz="1100" b="0">
                <a:solidFill>
                  <a:srgbClr val="1A1A1A"/>
                </a:solidFill>
              </a:rPr>
              <a:t>▸  Stateless JWT secured APIs (Spring Security filter chain).</a:t>
            </a:r>
          </a:p>
          <a:p>
            <a:pPr lvl="1" algn="l"/>
            <a:r>
              <a:rPr sz="1100" b="0">
                <a:solidFill>
                  <a:srgbClr val="1A1A1A"/>
                </a:solidFill>
              </a:rPr>
              <a:t>▸  Role-based access: SUPER_ADMIN controls all resources.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863590"/>
            <a:ext cx="8229600" cy="40119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70C0"/>
                </a:solidFill>
              </a:rPr>
              <a:t>Device Access Control</a:t>
            </a:r>
          </a:p>
          <a:p>
            <a:pPr lvl="1" algn="l"/>
            <a:r>
              <a:rPr sz="1100" b="0">
                <a:solidFill>
                  <a:srgbClr val="1A1A1A"/>
                </a:solidFill>
              </a:rPr>
              <a:t>▸  MAC-address binding: users cannot share purchased plans.</a:t>
            </a:r>
          </a:p>
          <a:p>
            <a:pPr lvl="1" algn="l"/>
            <a:r>
              <a:rPr sz="1100" b="0">
                <a:solidFill>
                  <a:srgbClr val="1A1A1A"/>
                </a:solidFill>
              </a:rPr>
              <a:t>▸  Admin can instantly block a device (status: BLOCKED).</a:t>
            </a:r>
          </a:p>
          <a:p>
            <a:pPr lvl="1" algn="l"/>
            <a:r>
              <a:rPr sz="1100" b="0">
                <a:solidFill>
                  <a:srgbClr val="1A1A1A"/>
                </a:solidFill>
              </a:rPr>
              <a:t>▸  Blocked devices are immediately redirected to a block page.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0" y="1748790"/>
            <a:ext cx="8229600" cy="40119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70C0"/>
                </a:solidFill>
              </a:rPr>
              <a:t>Transaction Integrity</a:t>
            </a:r>
          </a:p>
          <a:p>
            <a:pPr lvl="1" algn="l"/>
            <a:r>
              <a:rPr sz="1100" b="0">
                <a:solidFill>
                  <a:srgbClr val="1A1A1A"/>
                </a:solidFill>
              </a:rPr>
              <a:t>▸  ClickPesa webhooks carry a signed reference ID.</a:t>
            </a:r>
          </a:p>
          <a:p>
            <a:pPr lvl="1" algn="l"/>
            <a:r>
              <a:rPr sz="1100" b="0">
                <a:solidFill>
                  <a:srgbClr val="1A1A1A"/>
                </a:solidFill>
              </a:rPr>
              <a:t>▸  provider_reference is UNIQUE in DB – prevents replay attacks.</a:t>
            </a:r>
          </a:p>
          <a:p>
            <a:pPr lvl="1" algn="l"/>
            <a:r>
              <a:rPr sz="1100" b="0">
                <a:solidFill>
                  <a:srgbClr val="1A1A1A"/>
                </a:solidFill>
              </a:rPr>
              <a:t>▸  Pending payments auto-expire after a configurable timeout.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0" y="5863590"/>
            <a:ext cx="8229600" cy="40119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70C0"/>
                </a:solidFill>
              </a:rPr>
              <a:t>Data Protection</a:t>
            </a:r>
          </a:p>
          <a:p>
            <a:pPr lvl="1" algn="l"/>
            <a:r>
              <a:rPr sz="1100" b="0">
                <a:solidFill>
                  <a:srgbClr val="1A1A1A"/>
                </a:solidFill>
              </a:rPr>
              <a:t>▸  User phone numbers stored; OTP codes stored as BCrypt hashes.</a:t>
            </a:r>
          </a:p>
          <a:p>
            <a:pPr lvl="1" algn="l"/>
            <a:r>
              <a:rPr sz="1100" b="0">
                <a:solidFill>
                  <a:srgbClr val="1A1A1A"/>
                </a:solidFill>
              </a:rPr>
              <a:t>▸  No plaintext passwords in database or logs.</a:t>
            </a:r>
          </a:p>
          <a:p>
            <a:pPr lvl="1" algn="l"/>
            <a:r>
              <a:rPr sz="1100" b="0">
                <a:solidFill>
                  <a:srgbClr val="1A1A1A"/>
                </a:solidFill>
              </a:rPr>
              <a:t>▸  Sensitive config loaded from environment variables (.env).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001F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435340"/>
            <a:ext cx="18288000" cy="185166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463040" y="2880360"/>
            <a:ext cx="15361920" cy="3600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FFFFFF"/>
                </a:solidFill>
              </a:rPr>
              <a:t>CHAPTER 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63040" y="6172200"/>
            <a:ext cx="15361920" cy="1851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CCE4FF"/>
                </a:solidFill>
              </a:rPr>
              <a:t>System Implementation, Testing &amp; Results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00" cy="1440180"/>
          </a:xfrm>
          <a:prstGeom prst="rect">
            <a:avLst/>
          </a:prstGeom>
          <a:solidFill>
            <a:srgbClr val="001F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05740"/>
            <a:ext cx="1719072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7.1  Introduction to Chapter Seven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440180"/>
            <a:ext cx="18288000" cy="72009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748790"/>
            <a:ext cx="17190720" cy="40119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70C0"/>
                </a:solidFill>
              </a:rPr>
              <a:t>Purpose</a:t>
            </a:r>
          </a:p>
          <a:p>
            <a:pPr lvl="1" algn="l"/>
            <a:r>
              <a:rPr sz="1100" b="0">
                <a:solidFill>
                  <a:srgbClr val="1A1A1A"/>
                </a:solidFill>
              </a:rPr>
              <a:t>▸  Verify the system was built, tested, and works as specified.</a:t>
            </a:r>
          </a:p>
          <a:p>
            <a:pPr lvl="1" algn="l"/>
            <a:r>
              <a:rPr sz="1100" b="0">
                <a:solidFill>
                  <a:srgbClr val="1A1A1A"/>
                </a:solidFill>
              </a:rPr>
              <a:t>▸  Show transition from design (Ch. 6) to a working system.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863590"/>
            <a:ext cx="17190720" cy="40119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70C0"/>
                </a:solidFill>
              </a:rPr>
              <a:t>Chapter Highlights</a:t>
            </a:r>
          </a:p>
          <a:p>
            <a:pPr lvl="1" algn="l"/>
            <a:r>
              <a:rPr sz="1100" b="0">
                <a:solidFill>
                  <a:srgbClr val="1A1A1A"/>
                </a:solidFill>
              </a:rPr>
              <a:t>▸  7.2 – Development environment &amp; tools.</a:t>
            </a:r>
          </a:p>
          <a:p>
            <a:pPr lvl="1" algn="l"/>
            <a:r>
              <a:rPr sz="1100" b="0">
                <a:solidFill>
                  <a:srgbClr val="1A1A1A"/>
                </a:solidFill>
              </a:rPr>
              <a:t>▸  7.4 – Module implementation.</a:t>
            </a:r>
          </a:p>
          <a:p>
            <a:pPr lvl="1" algn="l"/>
            <a:r>
              <a:rPr sz="1100" b="0">
                <a:solidFill>
                  <a:srgbClr val="1A1A1A"/>
                </a:solidFill>
              </a:rPr>
              <a:t>▸  7.5 – Testing strategy.</a:t>
            </a:r>
          </a:p>
          <a:p>
            <a:pPr lvl="1" algn="l"/>
            <a:r>
              <a:rPr sz="1100" b="0">
                <a:solidFill>
                  <a:srgbClr val="1A1A1A"/>
                </a:solidFill>
              </a:rPr>
              <a:t>▸  7.6 – Test cases and results.</a:t>
            </a:r>
          </a:p>
          <a:p>
            <a:pPr lvl="1" algn="l"/>
            <a:r>
              <a:rPr sz="1100" b="0">
                <a:solidFill>
                  <a:srgbClr val="1A1A1A"/>
                </a:solidFill>
              </a:rPr>
              <a:t>▸  7.7 – Results and discussion.</a:t>
            </a:r>
          </a:p>
          <a:p>
            <a:pPr lvl="1" algn="l"/>
            <a:r>
              <a:rPr sz="1100" b="0">
                <a:solidFill>
                  <a:srgbClr val="1A1A1A"/>
                </a:solidFill>
              </a:rPr>
              <a:t>▸  7.9 – Live system screenshots.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00" cy="1440180"/>
          </a:xfrm>
          <a:prstGeom prst="rect">
            <a:avLst/>
          </a:prstGeom>
          <a:solidFill>
            <a:srgbClr val="001F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05740"/>
            <a:ext cx="1719072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7.2 – 7.3  Development Environment &amp; Tools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440180"/>
            <a:ext cx="18288000" cy="72009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748790"/>
            <a:ext cx="8229600" cy="40119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70C0"/>
                </a:solidFill>
              </a:rPr>
              <a:t>Development Environment</a:t>
            </a:r>
          </a:p>
          <a:p>
            <a:pPr lvl="1" algn="l"/>
            <a:r>
              <a:rPr sz="1100" b="0">
                <a:solidFill>
                  <a:srgbClr val="1A1A1A"/>
                </a:solidFill>
              </a:rPr>
              <a:t>▸  OS: Windows 11 (dev) / Ubuntu 22.04 (VPS server).</a:t>
            </a:r>
          </a:p>
          <a:p>
            <a:pPr lvl="1" algn="l"/>
            <a:r>
              <a:rPr sz="1100" b="0">
                <a:solidFill>
                  <a:srgbClr val="1A1A1A"/>
                </a:solidFill>
              </a:rPr>
              <a:t>▸  IDE: IntelliJ IDEA (backend), VS Code (frontend).</a:t>
            </a:r>
          </a:p>
          <a:p>
            <a:pPr lvl="1" algn="l"/>
            <a:r>
              <a:rPr sz="1100" b="0">
                <a:solidFill>
                  <a:srgbClr val="1A1A1A"/>
                </a:solidFill>
              </a:rPr>
              <a:t>▸  Version Control: Git hosted on GitHub.</a:t>
            </a:r>
          </a:p>
          <a:p>
            <a:pPr lvl="1" algn="l"/>
            <a:r>
              <a:rPr sz="1100" b="0">
                <a:solidFill>
                  <a:srgbClr val="1A1A1A"/>
                </a:solidFill>
              </a:rPr>
              <a:t>▸  API Testing: Swagger UI / Postman.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863590"/>
            <a:ext cx="8229600" cy="40119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70C0"/>
                </a:solidFill>
              </a:rPr>
              <a:t>Backend Tools</a:t>
            </a:r>
          </a:p>
          <a:p>
            <a:pPr lvl="1" algn="l"/>
            <a:r>
              <a:rPr sz="1100" b="0">
                <a:solidFill>
                  <a:srgbClr val="1A1A1A"/>
                </a:solidFill>
              </a:rPr>
              <a:t>▸  Java 21, Spring Boot 4.0.5, Maven, Flyway.</a:t>
            </a:r>
          </a:p>
          <a:p>
            <a:pPr lvl="1" algn="l"/>
            <a:r>
              <a:rPr sz="1100" b="0">
                <a:solidFill>
                  <a:srgbClr val="1A1A1A"/>
                </a:solidFill>
              </a:rPr>
              <a:t>▸  Spring Security, Spring Data JPA, Hibernate.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0" y="1748790"/>
            <a:ext cx="8229600" cy="40119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70C0"/>
                </a:solidFill>
              </a:rPr>
              <a:t>Frontend Tools</a:t>
            </a:r>
          </a:p>
          <a:p>
            <a:pPr lvl="1" algn="l"/>
            <a:r>
              <a:rPr sz="1100" b="0">
                <a:solidFill>
                  <a:srgbClr val="1A1A1A"/>
                </a:solidFill>
              </a:rPr>
              <a:t>▸  React 19, Vite 7, TypeScript 5.8, Bootstrap 5.</a:t>
            </a:r>
          </a:p>
          <a:p>
            <a:pPr lvl="1" algn="l"/>
            <a:r>
              <a:rPr sz="1100" b="0">
                <a:solidFill>
                  <a:srgbClr val="1A1A1A"/>
                </a:solidFill>
              </a:rPr>
              <a:t>▸  Vitest 3 + React Testing Library for unit tests.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0" y="5863590"/>
            <a:ext cx="8229600" cy="40119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70C0"/>
                </a:solidFill>
              </a:rPr>
              <a:t>Infrastructure &amp; APIs</a:t>
            </a:r>
          </a:p>
          <a:p>
            <a:pPr lvl="1" algn="l"/>
            <a:r>
              <a:rPr sz="1100" b="0">
                <a:solidFill>
                  <a:srgbClr val="1A1A1A"/>
                </a:solidFill>
              </a:rPr>
              <a:t>▸  PostgreSQL 15 (cloud VPS).</a:t>
            </a:r>
          </a:p>
          <a:p>
            <a:pPr lvl="1" algn="l"/>
            <a:r>
              <a:rPr sz="1100" b="0">
                <a:solidFill>
                  <a:srgbClr val="1A1A1A"/>
                </a:solidFill>
              </a:rPr>
              <a:t>▸  FreeRADIUS (hotspot AAA).</a:t>
            </a:r>
          </a:p>
          <a:p>
            <a:pPr lvl="1" algn="l"/>
            <a:r>
              <a:rPr sz="1100" b="0">
                <a:solidFill>
                  <a:srgbClr val="1A1A1A"/>
                </a:solidFill>
              </a:rPr>
              <a:t>▸  ClickPesa Sandbox API (payment simulation).</a:t>
            </a:r>
          </a:p>
          <a:p>
            <a:pPr lvl="1" algn="l"/>
            <a:r>
              <a:rPr sz="1100" b="0">
                <a:solidFill>
                  <a:srgbClr val="1A1A1A"/>
                </a:solidFill>
              </a:rPr>
              <a:t>▸  Africa's Talking Sandbox (SMS simulation).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00" cy="1440180"/>
          </a:xfrm>
          <a:prstGeom prst="rect">
            <a:avLst/>
          </a:prstGeom>
          <a:solidFill>
            <a:srgbClr val="001F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05740"/>
            <a:ext cx="1719072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7.4  Implementation of Modules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440180"/>
            <a:ext cx="18288000" cy="72009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748790"/>
            <a:ext cx="8229600" cy="2640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70C0"/>
                </a:solidFill>
              </a:rPr>
              <a:t>OTP &amp; Device Module (FR-02)</a:t>
            </a:r>
          </a:p>
          <a:p>
            <a:pPr lvl="1" algn="l"/>
            <a:r>
              <a:rPr sz="1100" b="0">
                <a:solidFill>
                  <a:srgbClr val="1A1A1A"/>
                </a:solidFill>
              </a:rPr>
              <a:t>▸  Generates, BCrypt-hashes, and validates 6-digit OTPs.</a:t>
            </a:r>
          </a:p>
          <a:p>
            <a:pPr lvl="1" algn="l"/>
            <a:r>
              <a:rPr sz="1100" b="0">
                <a:solidFill>
                  <a:srgbClr val="1A1A1A"/>
                </a:solidFill>
              </a:rPr>
              <a:t>▸  Links MAC address to verified customer on success.</a:t>
            </a:r>
          </a:p>
          <a:p>
            <a:pPr lvl="1" algn="l"/>
            <a:r>
              <a:rPr sz="1100" b="0">
                <a:solidFill>
                  <a:srgbClr val="1A1A1A"/>
                </a:solidFill>
              </a:rPr>
              <a:t>▸  Key file: OtpService.java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491990"/>
            <a:ext cx="8229600" cy="2640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70C0"/>
                </a:solidFill>
              </a:rPr>
              <a:t>ClickPesa Payment Module (FR-04)</a:t>
            </a:r>
          </a:p>
          <a:p>
            <a:pPr lvl="1" algn="l"/>
            <a:r>
              <a:rPr sz="1100" b="0">
                <a:solidFill>
                  <a:srgbClr val="1A1A1A"/>
                </a:solidFill>
              </a:rPr>
              <a:t>▸  Initiates STK Push via ClickPesa REST API.</a:t>
            </a:r>
          </a:p>
          <a:p>
            <a:pPr lvl="1" algn="l"/>
            <a:r>
              <a:rPr sz="1100" b="0">
                <a:solidFill>
                  <a:srgbClr val="1A1A1A"/>
                </a:solidFill>
              </a:rPr>
              <a:t>▸  Webhook controller confirms status → PAID.</a:t>
            </a:r>
          </a:p>
          <a:p>
            <a:pPr lvl="1" algn="l"/>
            <a:r>
              <a:rPr sz="1100" b="0">
                <a:solidFill>
                  <a:srgbClr val="1A1A1A"/>
                </a:solidFill>
              </a:rPr>
              <a:t>▸  Key files: ClickPesaPaymentProvider.java, ClickPesaWebhookController.java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7235190"/>
            <a:ext cx="8229600" cy="2640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70C0"/>
                </a:solidFill>
              </a:rPr>
              <a:t>RADIUS Provisioning (FR-05)</a:t>
            </a:r>
          </a:p>
          <a:p>
            <a:pPr lvl="1" algn="l"/>
            <a:r>
              <a:rPr sz="1100" b="0">
                <a:solidFill>
                  <a:srgbClr val="1A1A1A"/>
                </a:solidFill>
              </a:rPr>
              <a:t>▸  Creates FreeRADIUS account with speed-limit attributes.</a:t>
            </a:r>
          </a:p>
          <a:p>
            <a:pPr lvl="1" algn="l"/>
            <a:r>
              <a:rPr sz="1100" b="0">
                <a:solidFill>
                  <a:srgbClr val="1A1A1A"/>
                </a:solidFill>
              </a:rPr>
              <a:t>▸  Credentials embedded in MikroTik continue URL.</a:t>
            </a:r>
          </a:p>
          <a:p>
            <a:pPr lvl="1" algn="l"/>
            <a:r>
              <a:rPr sz="1100" b="0">
                <a:solidFill>
                  <a:srgbClr val="1A1A1A"/>
                </a:solidFill>
              </a:rPr>
              <a:t>▸  Key file: RadiusProvisioningService.java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0" y="1748790"/>
            <a:ext cx="8229600" cy="2640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70C0"/>
                </a:solidFill>
              </a:rPr>
              <a:t>Router Monitoring (FR-06)</a:t>
            </a:r>
          </a:p>
          <a:p>
            <a:pPr lvl="1" algn="l"/>
            <a:r>
              <a:rPr sz="1100" b="0">
                <a:solidFill>
                  <a:srgbClr val="1A1A1A"/>
                </a:solidFill>
              </a:rPr>
              <a:t>▸  Shell heartbeat agent runs on each MikroTik router.</a:t>
            </a:r>
          </a:p>
          <a:p>
            <a:pPr lvl="1" algn="l"/>
            <a:r>
              <a:rPr sz="1100" b="0">
                <a:solidFill>
                  <a:srgbClr val="1A1A1A"/>
                </a:solidFill>
              </a:rPr>
              <a:t>▸  Cron marks DEGRADED at 2 min, OFFLINE at 5 min.</a:t>
            </a:r>
          </a:p>
          <a:p>
            <a:pPr lvl="1" algn="l"/>
            <a:r>
              <a:rPr sz="1100" b="0">
                <a:solidFill>
                  <a:srgbClr val="1A1A1A"/>
                </a:solidFill>
              </a:rPr>
              <a:t>▸  Key file: RouterStatusScheduler.java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0" y="4491990"/>
            <a:ext cx="8229600" cy="2640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70C0"/>
                </a:solidFill>
              </a:rPr>
              <a:t>SMS Alerting (FR-09)</a:t>
            </a:r>
          </a:p>
          <a:p>
            <a:pPr lvl="1" algn="l"/>
            <a:r>
              <a:rPr sz="1100" b="0">
                <a:solidFill>
                  <a:srgbClr val="1A1A1A"/>
                </a:solidFill>
              </a:rPr>
              <a:t>▸  Africa's Talking gateway dispatches SMS on OFFLINE transition.</a:t>
            </a:r>
          </a:p>
          <a:p>
            <a:pPr lvl="1" algn="l"/>
            <a:r>
              <a:rPr sz="1100" b="0">
                <a:solidFill>
                  <a:srgbClr val="1A1A1A"/>
                </a:solidFill>
              </a:rPr>
              <a:t>▸  Admin phone number stored per router in DB.</a:t>
            </a:r>
          </a:p>
          <a:p>
            <a:pPr lvl="1" algn="l"/>
            <a:r>
              <a:rPr sz="1100" b="0">
                <a:solidFill>
                  <a:srgbClr val="1A1A1A"/>
                </a:solidFill>
              </a:rPr>
              <a:t>▸  Key file: AfricasTalkingSmsSender.java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0" y="7235190"/>
            <a:ext cx="8229600" cy="2640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70C0"/>
                </a:solidFill>
              </a:rPr>
              <a:t>Reporting Engine (FR-08)</a:t>
            </a:r>
          </a:p>
          <a:p>
            <a:pPr lvl="1" algn="l"/>
            <a:r>
              <a:rPr sz="1100" b="0">
                <a:solidFill>
                  <a:srgbClr val="1A1A1A"/>
                </a:solidFill>
              </a:rPr>
              <a:t>▸  SQL aggregations by site, router, plan, and period.</a:t>
            </a:r>
          </a:p>
          <a:p>
            <a:pPr lvl="1" algn="l"/>
            <a:r>
              <a:rPr sz="1100" b="0">
                <a:solidFill>
                  <a:srgbClr val="1A1A1A"/>
                </a:solidFill>
              </a:rPr>
              <a:t>▸  Groups by DAY / MONTH / YEAR on-the-fly in Java.</a:t>
            </a:r>
          </a:p>
          <a:p>
            <a:pPr lvl="1" algn="l"/>
            <a:r>
              <a:rPr sz="1100" b="0">
                <a:solidFill>
                  <a:srgbClr val="1A1A1A"/>
                </a:solidFill>
              </a:rPr>
              <a:t>▸  Key file: ReportsService.java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00" cy="1440180"/>
          </a:xfrm>
          <a:prstGeom prst="rect">
            <a:avLst/>
          </a:prstGeom>
          <a:solidFill>
            <a:srgbClr val="001F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05740"/>
            <a:ext cx="1719072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7.5  Testing Strategy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440180"/>
            <a:ext cx="18288000" cy="72009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748790"/>
            <a:ext cx="8229600" cy="40119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70C0"/>
                </a:solidFill>
              </a:rPr>
              <a:t>Unit Testing</a:t>
            </a:r>
          </a:p>
          <a:p>
            <a:pPr lvl="1" algn="l"/>
            <a:r>
              <a:rPr sz="1100" b="0">
                <a:solidFill>
                  <a:srgbClr val="1A1A1A"/>
                </a:solidFill>
              </a:rPr>
              <a:t>▸  RouterNodeServiceTest – verifies OFFLINE status marking logic.</a:t>
            </a:r>
          </a:p>
          <a:p>
            <a:pPr lvl="1" algn="l"/>
            <a:r>
              <a:rPr sz="1100" b="0">
                <a:solidFill>
                  <a:srgbClr val="1A1A1A"/>
                </a:solidFill>
              </a:rPr>
              <a:t>▸  JwtServiceTest – validates token generation and expiry.</a:t>
            </a:r>
          </a:p>
          <a:p>
            <a:pPr lvl="1" algn="l"/>
            <a:r>
              <a:rPr sz="1100" b="0">
                <a:solidFill>
                  <a:srgbClr val="1A1A1A"/>
                </a:solidFill>
              </a:rPr>
              <a:t>▸  PlanStatusPage.test.tsx – React component render tests.</a:t>
            </a:r>
          </a:p>
          <a:p>
            <a:pPr lvl="1" algn="l"/>
            <a:r>
              <a:rPr sz="1100" b="0">
                <a:solidFill>
                  <a:srgbClr val="1A1A1A"/>
                </a:solidFill>
              </a:rPr>
              <a:t>▸  Tools: JUnit 5, Mockito, Vitest, React Testing Library.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863590"/>
            <a:ext cx="8229600" cy="40119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70C0"/>
                </a:solidFill>
              </a:rPr>
              <a:t>Integration Testing</a:t>
            </a:r>
          </a:p>
          <a:p>
            <a:pPr lvl="1" algn="l"/>
            <a:r>
              <a:rPr sz="1100" b="0">
                <a:solidFill>
                  <a:srgbClr val="1A1A1A"/>
                </a:solidFill>
              </a:rPr>
              <a:t>▸  Flyway schema applied to test PostgreSQL instance.</a:t>
            </a:r>
          </a:p>
          <a:p>
            <a:pPr lvl="1" algn="l"/>
            <a:r>
              <a:rPr sz="1100" b="0">
                <a:solidFill>
                  <a:srgbClr val="1A1A1A"/>
                </a:solidFill>
              </a:rPr>
              <a:t>▸  Spring Boot @SpringBootTest context integration.</a:t>
            </a:r>
          </a:p>
          <a:p>
            <a:pPr lvl="1" algn="l"/>
            <a:r>
              <a:rPr sz="1100" b="0">
                <a:solidFill>
                  <a:srgbClr val="1A1A1A"/>
                </a:solidFill>
              </a:rPr>
              <a:t>▸  API endpoints tested via MockMvc + Swagger UI.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0" y="1748790"/>
            <a:ext cx="8229600" cy="40119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70C0"/>
                </a:solidFill>
              </a:rPr>
              <a:t>System Testing</a:t>
            </a:r>
          </a:p>
          <a:p>
            <a:pPr lvl="1" algn="l"/>
            <a:r>
              <a:rPr sz="1100" b="0">
                <a:solidFill>
                  <a:srgbClr val="1A1A1A"/>
                </a:solidFill>
              </a:rPr>
              <a:t>▸  End-to-end flow: connection → OTP → payment → access grant.</a:t>
            </a:r>
          </a:p>
          <a:p>
            <a:pPr lvl="1" algn="l"/>
            <a:r>
              <a:rPr sz="1100" b="0">
                <a:solidFill>
                  <a:srgbClr val="1A1A1A"/>
                </a:solidFill>
              </a:rPr>
              <a:t>▸  MikroTik sandbox environment for redirect simulation.</a:t>
            </a:r>
          </a:p>
          <a:p>
            <a:pPr lvl="1" algn="l"/>
            <a:r>
              <a:rPr sz="1100" b="0">
                <a:solidFill>
                  <a:srgbClr val="1A1A1A"/>
                </a:solidFill>
              </a:rPr>
              <a:t>▸  ClickPesa sandboxed webhooks for payment confirmation tests.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0" y="5863590"/>
            <a:ext cx="8229600" cy="40119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70C0"/>
                </a:solidFill>
              </a:rPr>
              <a:t>User Acceptance Testing (UAT)</a:t>
            </a:r>
          </a:p>
          <a:p>
            <a:pPr lvl="1" algn="l"/>
            <a:r>
              <a:rPr sz="1100" b="0">
                <a:solidFill>
                  <a:srgbClr val="1A1A1A"/>
                </a:solidFill>
              </a:rPr>
              <a:t>▸  Simulated real marketplace user purchasing a 1-hour plan.</a:t>
            </a:r>
          </a:p>
          <a:p>
            <a:pPr lvl="1" algn="l"/>
            <a:r>
              <a:rPr sz="1100" b="0">
                <a:solidFill>
                  <a:srgbClr val="1A1A1A"/>
                </a:solidFill>
              </a:rPr>
              <a:t>▸  Tested on iPhone, Android phone, and laptop browsers.</a:t>
            </a:r>
          </a:p>
          <a:p>
            <a:pPr lvl="1" algn="l"/>
            <a:r>
              <a:rPr sz="1100" b="0">
                <a:solidFill>
                  <a:srgbClr val="1A1A1A"/>
                </a:solidFill>
              </a:rPr>
              <a:t>▸  Verified Swahili UI readability and mobile responsiveness.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00" cy="1440180"/>
          </a:xfrm>
          <a:prstGeom prst="rect">
            <a:avLst/>
          </a:prstGeom>
          <a:solidFill>
            <a:srgbClr val="001F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05740"/>
            <a:ext cx="1719072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7.6  Test Cases – Sample Execution Results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440180"/>
            <a:ext cx="18288000" cy="72009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748790"/>
            <a:ext cx="16824960" cy="81267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</a:rPr>
              <a:t>  TC-01  Unauthenticated MAC redirect         → Captive portal loading      PASS
  TC-02  Valid OTP verification               → Customer set ACTIVE          PASS
  TC-03  ClickPesa PAID webhook received      → Session activated, RADIUS set PASS
  TC-04  Router heartbeat missed for 5 min    → Status OFFLINE, SMS sent     PASS
  TC-05  Report filtered by Site + MONTH      → Correct revenue aggregation  PASS
  TC-06  Blocked device portal access         → Redirected to blocked page   PASS
  TC-07  OTP expired (&gt; 5 min old)            → Error shown, re-send required PASS
  TC-08  Duplicate ClickPesa reference        → DB constraint rejects replay  PASS
Overall Test Pass Rate:  8 / 8   (100%)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00" cy="1440180"/>
          </a:xfrm>
          <a:prstGeom prst="rect">
            <a:avLst/>
          </a:prstGeom>
          <a:solidFill>
            <a:srgbClr val="001F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05740"/>
            <a:ext cx="1719072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7.7 – 7.8  Results &amp; Discussion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440180"/>
            <a:ext cx="18288000" cy="72009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748790"/>
            <a:ext cx="8229600" cy="40119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70C0"/>
                </a:solidFill>
              </a:rPr>
              <a:t>Performance Results</a:t>
            </a:r>
          </a:p>
          <a:p>
            <a:pPr lvl="1" algn="l"/>
            <a:r>
              <a:rPr sz="1100" b="0">
                <a:solidFill>
                  <a:srgbClr val="1A1A1A"/>
                </a:solidFill>
              </a:rPr>
              <a:t>▸  Captive portal page load: &lt; 1.2 seconds.</a:t>
            </a:r>
          </a:p>
          <a:p>
            <a:pPr lvl="1" algn="l"/>
            <a:r>
              <a:rPr sz="1100" b="0">
                <a:solidFill>
                  <a:srgbClr val="1A1A1A"/>
                </a:solidFill>
              </a:rPr>
              <a:t>▸  OTP SMS delivery: &lt; 5 seconds via Africa's Talking.</a:t>
            </a:r>
          </a:p>
          <a:p>
            <a:pPr lvl="1" algn="l"/>
            <a:r>
              <a:rPr sz="1100" b="0">
                <a:solidFill>
                  <a:srgbClr val="1A1A1A"/>
                </a:solidFill>
              </a:rPr>
              <a:t>▸  ClickPesa webhook → access activation: &lt; 1.5 seconds.</a:t>
            </a:r>
          </a:p>
          <a:p>
            <a:pPr lvl="1" algn="l"/>
            <a:r>
              <a:rPr sz="1100" b="0">
                <a:solidFill>
                  <a:srgbClr val="1A1A1A"/>
                </a:solidFill>
              </a:rPr>
              <a:t>▸  Router OFFLINE detection: &lt; 2 minutes.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863590"/>
            <a:ext cx="8229600" cy="40119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70C0"/>
                </a:solidFill>
              </a:rPr>
              <a:t>Functional Results</a:t>
            </a:r>
          </a:p>
          <a:p>
            <a:pPr lvl="1" algn="l"/>
            <a:r>
              <a:rPr sz="1100" b="0">
                <a:solidFill>
                  <a:srgbClr val="1A1A1A"/>
                </a:solidFill>
              </a:rPr>
              <a:t>▸  All 9 functional requirements (FR-01…FR-09) met.</a:t>
            </a:r>
          </a:p>
          <a:p>
            <a:pPr lvl="1" algn="l"/>
            <a:r>
              <a:rPr sz="1100" b="0">
                <a:solidFill>
                  <a:srgbClr val="1A1A1A"/>
                </a:solidFill>
              </a:rPr>
              <a:t>▸  RADIUS speed enforcement confirmed per plan profile.</a:t>
            </a:r>
          </a:p>
          <a:p>
            <a:pPr lvl="1" algn="l"/>
            <a:r>
              <a:rPr sz="1100" b="0">
                <a:solidFill>
                  <a:srgbClr val="1A1A1A"/>
                </a:solidFill>
              </a:rPr>
              <a:t>▸  Reports correctly aggregated by Day, Month, and Year.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0" y="1748790"/>
            <a:ext cx="8229600" cy="40119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70C0"/>
                </a:solidFill>
              </a:rPr>
              <a:t>Discussion</a:t>
            </a:r>
          </a:p>
          <a:p>
            <a:pPr lvl="1" algn="l"/>
            <a:r>
              <a:rPr sz="1100" b="0">
                <a:solidFill>
                  <a:srgbClr val="1A1A1A"/>
                </a:solidFill>
              </a:rPr>
              <a:t>▸  System performs reliably within specified constraints.</a:t>
            </a:r>
          </a:p>
          <a:p>
            <a:pPr lvl="1" algn="l"/>
            <a:r>
              <a:rPr sz="1100" b="0">
                <a:solidFill>
                  <a:srgbClr val="1A1A1A"/>
                </a:solidFill>
              </a:rPr>
              <a:t>▸  MAC-locking eliminates the shared-password problem.</a:t>
            </a:r>
          </a:p>
          <a:p>
            <a:pPr lvl="1" algn="l"/>
            <a:r>
              <a:rPr sz="1100" b="0">
                <a:solidFill>
                  <a:srgbClr val="1A1A1A"/>
                </a:solidFill>
              </a:rPr>
              <a:t>▸  ClickPesa integration removes need for manual payment verification.</a:t>
            </a:r>
          </a:p>
          <a:p>
            <a:pPr lvl="1" algn="l"/>
            <a:r>
              <a:rPr sz="1100" b="0">
                <a:solidFill>
                  <a:srgbClr val="1A1A1A"/>
                </a:solidFill>
              </a:rPr>
              <a:t>▸  SMS alerts remove the need for admins to continuously monitor.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0" y="5863590"/>
            <a:ext cx="8229600" cy="40119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70C0"/>
                </a:solidFill>
              </a:rPr>
              <a:t>Known Limitations</a:t>
            </a:r>
          </a:p>
          <a:p>
            <a:pPr lvl="1" algn="l"/>
            <a:r>
              <a:rPr sz="1100" b="0">
                <a:solidFill>
                  <a:srgbClr val="1A1A1A"/>
                </a:solidFill>
              </a:rPr>
              <a:t>▸  Live ClickPesa requires production merchant account.</a:t>
            </a:r>
          </a:p>
          <a:p>
            <a:pPr lvl="1" algn="l"/>
            <a:r>
              <a:rPr sz="1100" b="0">
                <a:solidFill>
                  <a:srgbClr val="1A1A1A"/>
                </a:solidFill>
              </a:rPr>
              <a:t>▸  Africa's Talking sandbox used for demonstration (not live).</a:t>
            </a:r>
          </a:p>
          <a:p>
            <a:pPr lvl="1" algn="l"/>
            <a:r>
              <a:rPr sz="1100" b="0">
                <a:solidFill>
                  <a:srgbClr val="1A1A1A"/>
                </a:solidFill>
              </a:rPr>
              <a:t>▸  Physical multi-router deployment not yet done at Karume.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00" cy="1440180"/>
          </a:xfrm>
          <a:prstGeom prst="rect">
            <a:avLst/>
          </a:prstGeom>
          <a:solidFill>
            <a:srgbClr val="001F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05740"/>
            <a:ext cx="1719072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7.9  System Screenshots – Overview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440180"/>
            <a:ext cx="18288000" cy="72009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748790"/>
            <a:ext cx="16824960" cy="81267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Screenshot 1: Captive Portal – Swahili Landing Page
  → Lupe Ps General Supply branding, phone input form (Swahili text)
Screenshot 2: Plan Selection Page
  → Plan cards with price, speed (Mbps), and duration
Screenshot 3: Admin KPI Dashboard
  → Revenue cards, connected users, router status (ONLINE/OFFLINE/DEGRADED)
Screenshot 4: Router Management List
  → WAN/LAN IPs, uptime, model name, status badges
Screenshot 5: Refined Reports Page
  → Site/Router filter dropdowns, Group By (Daily/Monthly/Yearly),
     ClickPesa Health widget, Plan Popularity grid
Screenshot 6: SMS Alert Notification
  → Phone receiving 'ALERT: Router [Name] has gone OFFLINE!' message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001F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406640"/>
            <a:ext cx="18288000" cy="288036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057400"/>
            <a:ext cx="16459200" cy="3086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 b="1" i="0">
                <a:solidFill>
                  <a:srgbClr val="FFFFFF"/>
                </a:solidFill>
              </a:rP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349240"/>
            <a:ext cx="164592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CCE4FF"/>
                </a:solidFill>
              </a:rPr>
              <a:t>Questions &amp; Discussion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7612380"/>
            <a:ext cx="16459200" cy="14401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</a:rPr>
              <a:t>Shabilu Ally Hamisi | DIT – Computer Engineering |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6195</TotalTime>
  <Words>1177</Words>
  <Application>Microsoft Office PowerPoint</Application>
  <PresentationFormat>Custom</PresentationFormat>
  <Paragraphs>180</Paragraphs>
  <Slides>26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3" baseType="lpstr">
      <vt:lpstr>Calibri</vt:lpstr>
      <vt:lpstr>Proxima Nova Bold</vt:lpstr>
      <vt:lpstr>Arial</vt:lpstr>
      <vt:lpstr>Wingdings</vt:lpstr>
      <vt:lpstr>Courier New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Grey Black Minimalist Simple Project Presentation</dc:title>
  <dc:creator>shabilu hamisi</dc:creator>
  <cp:lastModifiedBy>shabilu hamisi</cp:lastModifiedBy>
  <cp:revision>5</cp:revision>
  <dcterms:created xsi:type="dcterms:W3CDTF">2006-08-16T00:00:00Z</dcterms:created>
  <dcterms:modified xsi:type="dcterms:W3CDTF">2026-05-20T19:11:16Z</dcterms:modified>
  <dc:identifier>DAG8s7PmW5I</dc:identifier>
</cp:coreProperties>
</file>