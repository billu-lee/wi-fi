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59" r:id="rId4"/>
    <p:sldId id="260" r:id="rId5"/>
    <p:sldId id="261" r:id="rId6"/>
    <p:sldId id="263" r:id="rId7"/>
    <p:sldId id="301" r:id="rId8"/>
    <p:sldId id="267" r:id="rId9"/>
    <p:sldId id="275" r:id="rId10"/>
    <p:sldId id="269" r:id="rId11"/>
    <p:sldId id="276" r:id="rId12"/>
    <p:sldId id="271" r:id="rId13"/>
    <p:sldId id="272" r:id="rId14"/>
    <p:sldId id="279" r:id="rId15"/>
    <p:sldId id="281" r:id="rId16"/>
    <p:sldId id="309" r:id="rId17"/>
    <p:sldId id="289" r:id="rId18"/>
    <p:sldId id="293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265" r:id="rId27"/>
  </p:sldIdLst>
  <p:sldSz cx="18288000" cy="10287000"/>
  <p:notesSz cx="6858000" cy="9144000"/>
  <p:embeddedFontLst>
    <p:embeddedFont>
      <p:font typeface="Proxima Nova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233" autoAdjust="0"/>
  </p:normalViewPr>
  <p:slideViewPr>
    <p:cSldViewPr>
      <p:cViewPr varScale="1">
        <p:scale>
          <a:sx n="44" d="100"/>
          <a:sy n="44" d="100"/>
        </p:scale>
        <p:origin x="597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bilu hamisi" userId="23a8ef24152e94a8" providerId="LiveId" clId="{29F16741-6BAB-411C-8EC5-AFE329CAC43E}"/>
    <pc:docChg chg="undo redo custSel addSld delSld modSld sldOrd">
      <pc:chgData name="shabilu hamisi" userId="23a8ef24152e94a8" providerId="LiveId" clId="{29F16741-6BAB-411C-8EC5-AFE329CAC43E}" dt="2026-05-20T19:07:10.394" v="4348" actId="1076"/>
      <pc:docMkLst>
        <pc:docMk/>
      </pc:docMkLst>
      <pc:sldChg chg="addSp delSp modSp mod modTransition addAnim delAnim modAnim chgLayout">
        <pc:chgData name="shabilu hamisi" userId="23a8ef24152e94a8" providerId="LiveId" clId="{29F16741-6BAB-411C-8EC5-AFE329CAC43E}" dt="2026-05-20T18:58:55.500" v="4329" actId="20577"/>
        <pc:sldMkLst>
          <pc:docMk/>
          <pc:sldMk cId="0" sldId="256"/>
        </pc:sldMkLst>
        <pc:spChg chg="del">
          <ac:chgData name="shabilu hamisi" userId="23a8ef24152e94a8" providerId="LiveId" clId="{29F16741-6BAB-411C-8EC5-AFE329CAC43E}" dt="2026-05-20T14:45:16.587" v="3747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4:45:09.095" v="3744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4:45:06.595" v="3743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4:45:14.353" v="3746" actId="478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shabilu hamisi" userId="23a8ef24152e94a8" providerId="LiveId" clId="{29F16741-6BAB-411C-8EC5-AFE329CAC43E}" dt="2026-05-20T14:44:54.774" v="3740"/>
          <ac:spMkLst>
            <pc:docMk/>
            <pc:sldMk cId="0" sldId="256"/>
            <ac:spMk id="15" creationId="{0ECC6770-7442-3C71-6C8D-15C3CA8542AB}"/>
          </ac:spMkLst>
        </pc:spChg>
        <pc:grpChg chg="del">
          <ac:chgData name="shabilu hamisi" userId="23a8ef24152e94a8" providerId="LiveId" clId="{29F16741-6BAB-411C-8EC5-AFE329CAC43E}" dt="2026-05-20T14:45:11.994" v="3745" actId="478"/>
          <ac:grpSpMkLst>
            <pc:docMk/>
            <pc:sldMk cId="0" sldId="256"/>
            <ac:grpSpMk id="6" creationId="{00000000-0000-0000-0000-000000000000}"/>
          </ac:grpSpMkLst>
        </pc:grpChg>
        <pc:grpChg chg="del">
          <ac:chgData name="shabilu hamisi" userId="23a8ef24152e94a8" providerId="LiveId" clId="{29F16741-6BAB-411C-8EC5-AFE329CAC43E}" dt="2026-05-20T14:45:03.361" v="3742" actId="478"/>
          <ac:grpSpMkLst>
            <pc:docMk/>
            <pc:sldMk cId="0" sldId="256"/>
            <ac:grpSpMk id="9" creationId="{00000000-0000-0000-0000-000000000000}"/>
          </ac:grpSpMkLst>
        </pc:grpChg>
        <pc:graphicFrameChg chg="add mod modGraphic">
          <ac:chgData name="shabilu hamisi" userId="23a8ef24152e94a8" providerId="LiveId" clId="{29F16741-6BAB-411C-8EC5-AFE329CAC43E}" dt="2026-05-20T18:58:55.500" v="4329" actId="20577"/>
          <ac:graphicFrameMkLst>
            <pc:docMk/>
            <pc:sldMk cId="0" sldId="256"/>
            <ac:graphicFrameMk id="14" creationId="{00EB9F6C-1875-4C81-BB43-47D04F15730D}"/>
          </ac:graphicFrameMkLst>
        </pc:graphicFrameChg>
        <pc:picChg chg="del mod">
          <ac:chgData name="shabilu hamisi" userId="23a8ef24152e94a8" providerId="LiveId" clId="{29F16741-6BAB-411C-8EC5-AFE329CAC43E}" dt="2026-05-20T14:45:01.299" v="3741" actId="478"/>
          <ac:picMkLst>
            <pc:docMk/>
            <pc:sldMk cId="0" sldId="256"/>
            <ac:picMk id="1026" creationId="{402C53A6-ECD0-4149-31E7-E36C75B3F89E}"/>
          </ac:picMkLst>
        </pc:picChg>
      </pc:sldChg>
      <pc:sldChg chg="del modTransition modAnim">
        <pc:chgData name="shabilu hamisi" userId="23a8ef24152e94a8" providerId="LiveId" clId="{29F16741-6BAB-411C-8EC5-AFE329CAC43E}" dt="2026-03-22T19:58:27.753" v="1773" actId="2696"/>
        <pc:sldMkLst>
          <pc:docMk/>
          <pc:sldMk cId="0" sldId="257"/>
        </pc:sldMkLst>
      </pc:sldChg>
      <pc:sldChg chg="addSp delSp modSp mod modTransition modAnim">
        <pc:chgData name="shabilu hamisi" userId="23a8ef24152e94a8" providerId="LiveId" clId="{29F16741-6BAB-411C-8EC5-AFE329CAC43E}" dt="2026-05-20T18:54:40.314" v="4287" actId="478"/>
        <pc:sldMkLst>
          <pc:docMk/>
          <pc:sldMk cId="0" sldId="258"/>
        </pc:sldMkLst>
        <pc:spChg chg="del">
          <ac:chgData name="shabilu hamisi" userId="23a8ef24152e94a8" providerId="LiveId" clId="{29F16741-6BAB-411C-8EC5-AFE329CAC43E}" dt="2026-05-20T14:45:50.485" v="3751" actId="478"/>
          <ac:spMkLst>
            <pc:docMk/>
            <pc:sldMk cId="0" sldId="258"/>
            <ac:spMk id="2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4:45:48.328" v="3750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4:45:57.383" v="3752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4:45:59.446" v="3753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4:45:57.383" v="3752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4:45:46.109" v="3749" actId="478"/>
          <ac:spMkLst>
            <pc:docMk/>
            <pc:sldMk cId="0" sldId="258"/>
            <ac:spMk id="12" creationId="{00000000-0000-0000-0000-000000000000}"/>
          </ac:spMkLst>
        </pc:spChg>
        <pc:spChg chg="add mod">
          <ac:chgData name="shabilu hamisi" userId="23a8ef24152e94a8" providerId="LiveId" clId="{29F16741-6BAB-411C-8EC5-AFE329CAC43E}" dt="2026-05-20T15:06:22.384" v="3778" actId="20577"/>
          <ac:spMkLst>
            <pc:docMk/>
            <pc:sldMk cId="0" sldId="258"/>
            <ac:spMk id="19" creationId="{5C8AFACA-9297-932B-D0ED-C5839CB1594D}"/>
          </ac:spMkLst>
        </pc:spChg>
        <pc:grpChg chg="del">
          <ac:chgData name="shabilu hamisi" userId="23a8ef24152e94a8" providerId="LiveId" clId="{29F16741-6BAB-411C-8EC5-AFE329CAC43E}" dt="2026-05-20T14:45:57.383" v="3752" actId="478"/>
          <ac:grpSpMkLst>
            <pc:docMk/>
            <pc:sldMk cId="0" sldId="258"/>
            <ac:grpSpMk id="8" creationId="{00000000-0000-0000-0000-000000000000}"/>
          </ac:grpSpMkLst>
        </pc:grpChg>
        <pc:grpChg chg="del">
          <ac:chgData name="shabilu hamisi" userId="23a8ef24152e94a8" providerId="LiveId" clId="{29F16741-6BAB-411C-8EC5-AFE329CAC43E}" dt="2026-05-20T18:54:40.314" v="4287" actId="478"/>
          <ac:grpSpMkLst>
            <pc:docMk/>
            <pc:sldMk cId="0" sldId="258"/>
            <ac:grpSpMk id="13" creationId="{00000000-0000-0000-0000-000000000000}"/>
          </ac:grpSpMkLst>
        </pc:grpChg>
      </pc:sldChg>
      <pc:sldChg chg="addSp delSp modSp mod modTransition delAnim modAnim modNotesTx">
        <pc:chgData name="shabilu hamisi" userId="23a8ef24152e94a8" providerId="LiveId" clId="{29F16741-6BAB-411C-8EC5-AFE329CAC43E}" dt="2026-05-20T18:54:45.283" v="4288" actId="478"/>
        <pc:sldMkLst>
          <pc:docMk/>
          <pc:sldMk cId="0" sldId="259"/>
        </pc:sldMkLst>
        <pc:spChg chg="del">
          <ac:chgData name="shabilu hamisi" userId="23a8ef24152e94a8" providerId="LiveId" clId="{29F16741-6BAB-411C-8EC5-AFE329CAC43E}" dt="2026-05-20T15:18:00.204" v="3818" actId="478"/>
          <ac:spMkLst>
            <pc:docMk/>
            <pc:sldMk cId="0" sldId="259"/>
            <ac:spMk id="2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17:54.407" v="3816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17:47.283" v="3814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17:44.603" v="3813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17:42.166" v="3812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17:56.517" v="3817" actId="478"/>
          <ac:spMkLst>
            <pc:docMk/>
            <pc:sldMk cId="0" sldId="259"/>
            <ac:spMk id="10" creationId="{00000000-0000-0000-0000-000000000000}"/>
          </ac:spMkLst>
        </pc:spChg>
        <pc:spChg chg="add">
          <ac:chgData name="shabilu hamisi" userId="23a8ef24152e94a8" providerId="LiveId" clId="{29F16741-6BAB-411C-8EC5-AFE329CAC43E}" dt="2026-05-20T15:15:44.678" v="3779"/>
          <ac:spMkLst>
            <pc:docMk/>
            <pc:sldMk cId="0" sldId="259"/>
            <ac:spMk id="14" creationId="{50814AC5-B543-0385-D5DA-764A6E2FC468}"/>
          </ac:spMkLst>
        </pc:spChg>
        <pc:spChg chg="add">
          <ac:chgData name="shabilu hamisi" userId="23a8ef24152e94a8" providerId="LiveId" clId="{29F16741-6BAB-411C-8EC5-AFE329CAC43E}" dt="2026-05-20T15:15:51.348" v="3781"/>
          <ac:spMkLst>
            <pc:docMk/>
            <pc:sldMk cId="0" sldId="259"/>
            <ac:spMk id="15" creationId="{5A349204-9E72-13DB-4014-F8D51BD4934C}"/>
          </ac:spMkLst>
        </pc:spChg>
        <pc:spChg chg="add mod">
          <ac:chgData name="shabilu hamisi" userId="23a8ef24152e94a8" providerId="LiveId" clId="{29F16741-6BAB-411C-8EC5-AFE329CAC43E}" dt="2026-05-20T15:15:54.430" v="3783"/>
          <ac:spMkLst>
            <pc:docMk/>
            <pc:sldMk cId="0" sldId="259"/>
            <ac:spMk id="16" creationId="{403FA003-8115-5618-0A2E-719D148DBFC1}"/>
          </ac:spMkLst>
        </pc:spChg>
        <pc:spChg chg="del mod">
          <ac:chgData name="shabilu hamisi" userId="23a8ef24152e94a8" providerId="LiveId" clId="{29F16741-6BAB-411C-8EC5-AFE329CAC43E}" dt="2026-05-20T15:17:39.213" v="3811"/>
          <ac:spMkLst>
            <pc:docMk/>
            <pc:sldMk cId="0" sldId="259"/>
            <ac:spMk id="17" creationId="{00000000-0000-0000-0000-000000000000}"/>
          </ac:spMkLst>
        </pc:spChg>
        <pc:spChg chg="add mod">
          <ac:chgData name="shabilu hamisi" userId="23a8ef24152e94a8" providerId="LiveId" clId="{29F16741-6BAB-411C-8EC5-AFE329CAC43E}" dt="2026-05-20T15:17:31.041" v="3809" actId="12"/>
          <ac:spMkLst>
            <pc:docMk/>
            <pc:sldMk cId="0" sldId="259"/>
            <ac:spMk id="18" creationId="{56379A73-E332-A17B-B07F-BE3F5D5C2E44}"/>
          </ac:spMkLst>
        </pc:spChg>
        <pc:grpChg chg="del">
          <ac:chgData name="shabilu hamisi" userId="23a8ef24152e94a8" providerId="LiveId" clId="{29F16741-6BAB-411C-8EC5-AFE329CAC43E}" dt="2026-05-20T15:17:49.642" v="3815" actId="478"/>
          <ac:grpSpMkLst>
            <pc:docMk/>
            <pc:sldMk cId="0" sldId="259"/>
            <ac:grpSpMk id="6" creationId="{00000000-0000-0000-0000-000000000000}"/>
          </ac:grpSpMkLst>
        </pc:grpChg>
        <pc:grpChg chg="del">
          <ac:chgData name="shabilu hamisi" userId="23a8ef24152e94a8" providerId="LiveId" clId="{29F16741-6BAB-411C-8EC5-AFE329CAC43E}" dt="2026-05-20T18:54:45.283" v="4288" actId="478"/>
          <ac:grpSpMkLst>
            <pc:docMk/>
            <pc:sldMk cId="0" sldId="259"/>
            <ac:grpSpMk id="11" creationId="{00000000-0000-0000-0000-000000000000}"/>
          </ac:grpSpMkLst>
        </pc:grpChg>
      </pc:sldChg>
      <pc:sldChg chg="delSp modSp mod modTransition modAnim">
        <pc:chgData name="shabilu hamisi" userId="23a8ef24152e94a8" providerId="LiveId" clId="{29F16741-6BAB-411C-8EC5-AFE329CAC43E}" dt="2026-05-20T15:33:45.296" v="3889" actId="478"/>
        <pc:sldMkLst>
          <pc:docMk/>
          <pc:sldMk cId="0" sldId="260"/>
        </pc:sldMkLst>
        <pc:spChg chg="del">
          <ac:chgData name="shabilu hamisi" userId="23a8ef24152e94a8" providerId="LiveId" clId="{29F16741-6BAB-411C-8EC5-AFE329CAC43E}" dt="2026-05-20T15:33:29.172" v="3886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29.172" v="3886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38.437" v="3888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38.437" v="3888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38.437" v="3888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29.172" v="3886" actId="47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habilu hamisi" userId="23a8ef24152e94a8" providerId="LiveId" clId="{29F16741-6BAB-411C-8EC5-AFE329CAC43E}" dt="2026-05-20T15:19:36.670" v="3819" actId="21"/>
          <ac:spMkLst>
            <pc:docMk/>
            <pc:sldMk cId="0" sldId="260"/>
            <ac:spMk id="20" creationId="{00000000-0000-0000-0000-000000000000}"/>
          </ac:spMkLst>
        </pc:spChg>
        <pc:spChg chg="mod">
          <ac:chgData name="shabilu hamisi" userId="23a8ef24152e94a8" providerId="LiveId" clId="{29F16741-6BAB-411C-8EC5-AFE329CAC43E}" dt="2026-05-20T15:19:58.422" v="3824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shabilu hamisi" userId="23a8ef24152e94a8" providerId="LiveId" clId="{29F16741-6BAB-411C-8EC5-AFE329CAC43E}" dt="2026-05-20T15:20:14.803" v="3828" actId="1076"/>
          <ac:spMkLst>
            <pc:docMk/>
            <pc:sldMk cId="0" sldId="260"/>
            <ac:spMk id="22" creationId="{00000000-0000-0000-0000-000000000000}"/>
          </ac:spMkLst>
        </pc:spChg>
        <pc:grpChg chg="del">
          <ac:chgData name="shabilu hamisi" userId="23a8ef24152e94a8" providerId="LiveId" clId="{29F16741-6BAB-411C-8EC5-AFE329CAC43E}" dt="2026-05-20T15:33:45.296" v="3889" actId="478"/>
          <ac:grpSpMkLst>
            <pc:docMk/>
            <pc:sldMk cId="0" sldId="260"/>
            <ac:grpSpMk id="6" creationId="{00000000-0000-0000-0000-000000000000}"/>
          </ac:grpSpMkLst>
        </pc:grpChg>
        <pc:grpChg chg="del">
          <ac:chgData name="shabilu hamisi" userId="23a8ef24152e94a8" providerId="LiveId" clId="{29F16741-6BAB-411C-8EC5-AFE329CAC43E}" dt="2026-05-20T15:33:32.016" v="3887" actId="478"/>
          <ac:grpSpMkLst>
            <pc:docMk/>
            <pc:sldMk cId="0" sldId="260"/>
            <ac:grpSpMk id="11" creationId="{00000000-0000-0000-0000-000000000000}"/>
          </ac:grpSpMkLst>
        </pc:grpChg>
        <pc:grpChg chg="mod">
          <ac:chgData name="shabilu hamisi" userId="23a8ef24152e94a8" providerId="LiveId" clId="{29F16741-6BAB-411C-8EC5-AFE329CAC43E}" dt="2026-05-20T15:20:22.827" v="3830" actId="1076"/>
          <ac:grpSpMkLst>
            <pc:docMk/>
            <pc:sldMk cId="0" sldId="260"/>
            <ac:grpSpMk id="15" creationId="{00000000-0000-0000-0000-000000000000}"/>
          </ac:grpSpMkLst>
        </pc:grpChg>
        <pc:grpChg chg="del mod">
          <ac:chgData name="shabilu hamisi" userId="23a8ef24152e94a8" providerId="LiveId" clId="{29F16741-6BAB-411C-8EC5-AFE329CAC43E}" dt="2026-05-20T15:20:00.510" v="3825" actId="478"/>
          <ac:grpSpMkLst>
            <pc:docMk/>
            <pc:sldMk cId="0" sldId="260"/>
            <ac:grpSpMk id="18" creationId="{00000000-0000-0000-0000-000000000000}"/>
          </ac:grpSpMkLst>
        </pc:grpChg>
      </pc:sldChg>
      <pc:sldChg chg="addSp delSp modSp mod modTransition modAnim">
        <pc:chgData name="shabilu hamisi" userId="23a8ef24152e94a8" providerId="LiveId" clId="{29F16741-6BAB-411C-8EC5-AFE329CAC43E}" dt="2026-05-20T15:33:16.047" v="3885" actId="478"/>
        <pc:sldMkLst>
          <pc:docMk/>
          <pc:sldMk cId="0" sldId="261"/>
        </pc:sldMkLst>
        <pc:spChg chg="del">
          <ac:chgData name="shabilu hamisi" userId="23a8ef24152e94a8" providerId="LiveId" clId="{29F16741-6BAB-411C-8EC5-AFE329CAC43E}" dt="2026-05-20T15:33:11.688" v="3884" actId="478"/>
          <ac:spMkLst>
            <pc:docMk/>
            <pc:sldMk cId="0" sldId="261"/>
            <ac:spMk id="2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11.688" v="3884" actId="478"/>
          <ac:spMkLst>
            <pc:docMk/>
            <pc:sldMk cId="0" sldId="261"/>
            <ac:spMk id="3" creationId="{00000000-0000-0000-0000-000000000000}"/>
          </ac:spMkLst>
        </pc:spChg>
        <pc:spChg chg="del mod">
          <ac:chgData name="shabilu hamisi" userId="23a8ef24152e94a8" providerId="LiveId" clId="{29F16741-6BAB-411C-8EC5-AFE329CAC43E}" dt="2026-05-20T15:32:54.900" v="3881"/>
          <ac:spMkLst>
            <pc:docMk/>
            <pc:sldMk cId="0" sldId="261"/>
            <ac:spMk id="5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03.595" v="3883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03.595" v="3883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03.595" v="3883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11.688" v="3884" actId="478"/>
          <ac:spMkLst>
            <pc:docMk/>
            <pc:sldMk cId="0" sldId="261"/>
            <ac:spMk id="12" creationId="{00000000-0000-0000-0000-000000000000}"/>
          </ac:spMkLst>
        </pc:spChg>
        <pc:spChg chg="del mod">
          <ac:chgData name="shabilu hamisi" userId="23a8ef24152e94a8" providerId="LiveId" clId="{29F16741-6BAB-411C-8EC5-AFE329CAC43E}" dt="2026-05-20T15:22:53.361" v="3835" actId="478"/>
          <ac:spMkLst>
            <pc:docMk/>
            <pc:sldMk cId="0" sldId="261"/>
            <ac:spMk id="16" creationId="{00000000-0000-0000-0000-000000000000}"/>
          </ac:spMkLst>
        </pc:spChg>
        <pc:spChg chg="del mod">
          <ac:chgData name="shabilu hamisi" userId="23a8ef24152e94a8" providerId="LiveId" clId="{29F16741-6BAB-411C-8EC5-AFE329CAC43E}" dt="2026-05-20T15:25:22.485" v="3857" actId="478"/>
          <ac:spMkLst>
            <pc:docMk/>
            <pc:sldMk cId="0" sldId="261"/>
            <ac:spMk id="23" creationId="{00000000-0000-0000-0000-000000000000}"/>
          </ac:spMkLst>
        </pc:spChg>
        <pc:spChg chg="del mod">
          <ac:chgData name="shabilu hamisi" userId="23a8ef24152e94a8" providerId="LiveId" clId="{29F16741-6BAB-411C-8EC5-AFE329CAC43E}" dt="2026-05-20T15:22:43.243" v="3833" actId="478"/>
          <ac:spMkLst>
            <pc:docMk/>
            <pc:sldMk cId="0" sldId="261"/>
            <ac:spMk id="24" creationId="{00000000-0000-0000-0000-000000000000}"/>
          </ac:spMkLst>
        </pc:spChg>
        <pc:spChg chg="add">
          <ac:chgData name="shabilu hamisi" userId="23a8ef24152e94a8" providerId="LiveId" clId="{29F16741-6BAB-411C-8EC5-AFE329CAC43E}" dt="2026-05-20T15:31:55.186" v="3862"/>
          <ac:spMkLst>
            <pc:docMk/>
            <pc:sldMk cId="0" sldId="261"/>
            <ac:spMk id="25" creationId="{B0462DE2-7BF7-B2FC-43C9-68837EAB7033}"/>
          </ac:spMkLst>
        </pc:spChg>
        <pc:spChg chg="add mod">
          <ac:chgData name="shabilu hamisi" userId="23a8ef24152e94a8" providerId="LiveId" clId="{29F16741-6BAB-411C-8EC5-AFE329CAC43E}" dt="2026-05-20T15:32:51.228" v="3879" actId="404"/>
          <ac:spMkLst>
            <pc:docMk/>
            <pc:sldMk cId="0" sldId="261"/>
            <ac:spMk id="26" creationId="{86815FCE-8A11-FA50-1BD1-57410E56581B}"/>
          </ac:spMkLst>
        </pc:spChg>
        <pc:grpChg chg="del">
          <ac:chgData name="shabilu hamisi" userId="23a8ef24152e94a8" providerId="LiveId" clId="{29F16741-6BAB-411C-8EC5-AFE329CAC43E}" dt="2026-05-20T15:32:57.291" v="3882" actId="478"/>
          <ac:grpSpMkLst>
            <pc:docMk/>
            <pc:sldMk cId="0" sldId="261"/>
            <ac:grpSpMk id="8" creationId="{00000000-0000-0000-0000-000000000000}"/>
          </ac:grpSpMkLst>
        </pc:grpChg>
        <pc:grpChg chg="del">
          <ac:chgData name="shabilu hamisi" userId="23a8ef24152e94a8" providerId="LiveId" clId="{29F16741-6BAB-411C-8EC5-AFE329CAC43E}" dt="2026-05-20T15:33:16.047" v="3885" actId="478"/>
          <ac:grpSpMkLst>
            <pc:docMk/>
            <pc:sldMk cId="0" sldId="261"/>
            <ac:grpSpMk id="13" creationId="{00000000-0000-0000-0000-000000000000}"/>
          </ac:grpSpMkLst>
        </pc:grpChg>
        <pc:grpChg chg="del">
          <ac:chgData name="shabilu hamisi" userId="23a8ef24152e94a8" providerId="LiveId" clId="{29F16741-6BAB-411C-8EC5-AFE329CAC43E}" dt="2026-05-20T15:25:14.455" v="3854" actId="478"/>
          <ac:grpSpMkLst>
            <pc:docMk/>
            <pc:sldMk cId="0" sldId="261"/>
            <ac:grpSpMk id="17" creationId="{00000000-0000-0000-0000-000000000000}"/>
          </ac:grpSpMkLst>
        </pc:grpChg>
        <pc:grpChg chg="del">
          <ac:chgData name="shabilu hamisi" userId="23a8ef24152e94a8" providerId="LiveId" clId="{29F16741-6BAB-411C-8EC5-AFE329CAC43E}" dt="2026-05-20T15:22:34.885" v="3831" actId="478"/>
          <ac:grpSpMkLst>
            <pc:docMk/>
            <pc:sldMk cId="0" sldId="261"/>
            <ac:grpSpMk id="20" creationId="{00000000-0000-0000-0000-000000000000}"/>
          </ac:grpSpMkLst>
        </pc:grpChg>
      </pc:sldChg>
      <pc:sldChg chg="delSp modSp del mod modTransition modAnim">
        <pc:chgData name="shabilu hamisi" userId="23a8ef24152e94a8" providerId="LiveId" clId="{29F16741-6BAB-411C-8EC5-AFE329CAC43E}" dt="2026-05-20T15:25:32.838" v="3858" actId="47"/>
        <pc:sldMkLst>
          <pc:docMk/>
          <pc:sldMk cId="0" sldId="262"/>
        </pc:sldMkLst>
        <pc:spChg chg="del mod">
          <ac:chgData name="shabilu hamisi" userId="23a8ef24152e94a8" providerId="LiveId" clId="{29F16741-6BAB-411C-8EC5-AFE329CAC43E}" dt="2026-05-20T15:23:24.423" v="3842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shabilu hamisi" userId="23a8ef24152e94a8" providerId="LiveId" clId="{29F16741-6BAB-411C-8EC5-AFE329CAC43E}" dt="2026-05-20T15:24:07.946" v="3847"/>
          <ac:spMkLst>
            <pc:docMk/>
            <pc:sldMk cId="0" sldId="262"/>
            <ac:spMk id="16" creationId="{00000000-0000-0000-0000-000000000000}"/>
          </ac:spMkLst>
        </pc:spChg>
      </pc:sldChg>
      <pc:sldChg chg="addSp delSp modSp mod modTransition modAnim">
        <pc:chgData name="shabilu hamisi" userId="23a8ef24152e94a8" providerId="LiveId" clId="{29F16741-6BAB-411C-8EC5-AFE329CAC43E}" dt="2026-05-20T15:38:20.948" v="3911" actId="478"/>
        <pc:sldMkLst>
          <pc:docMk/>
          <pc:sldMk cId="0" sldId="263"/>
        </pc:sldMkLst>
        <pc:spChg chg="del">
          <ac:chgData name="shabilu hamisi" userId="23a8ef24152e94a8" providerId="LiveId" clId="{29F16741-6BAB-411C-8EC5-AFE329CAC43E}" dt="2026-05-20T15:38:10.345" v="3910" actId="478"/>
          <ac:spMkLst>
            <pc:docMk/>
            <pc:sldMk cId="0" sldId="263"/>
            <ac:spMk id="2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8:10.345" v="3910" actId="478"/>
          <ac:spMkLst>
            <pc:docMk/>
            <pc:sldMk cId="0" sldId="263"/>
            <ac:spMk id="3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7:57.844" v="3908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7:57.844" v="3908" actId="478"/>
          <ac:spMkLst>
            <pc:docMk/>
            <pc:sldMk cId="0" sldId="263"/>
            <ac:spMk id="5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7:57.844" v="3908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8:10.345" v="3910" actId="478"/>
          <ac:spMkLst>
            <pc:docMk/>
            <pc:sldMk cId="0" sldId="263"/>
            <ac:spMk id="10" creationId="{00000000-0000-0000-0000-000000000000}"/>
          </ac:spMkLst>
        </pc:spChg>
        <pc:spChg chg="add mod">
          <ac:chgData name="shabilu hamisi" userId="23a8ef24152e94a8" providerId="LiveId" clId="{29F16741-6BAB-411C-8EC5-AFE329CAC43E}" dt="2026-05-20T15:37:45.480" v="3907" actId="6549"/>
          <ac:spMkLst>
            <pc:docMk/>
            <pc:sldMk cId="0" sldId="263"/>
            <ac:spMk id="14" creationId="{D5F2B95E-6212-D9A0-76F8-77DAABBE3645}"/>
          </ac:spMkLst>
        </pc:spChg>
        <pc:spChg chg="add del mod">
          <ac:chgData name="shabilu hamisi" userId="23a8ef24152e94a8" providerId="LiveId" clId="{29F16741-6BAB-411C-8EC5-AFE329CAC43E}" dt="2026-05-20T15:25:53.511" v="3861"/>
          <ac:spMkLst>
            <pc:docMk/>
            <pc:sldMk cId="0" sldId="263"/>
            <ac:spMk id="32" creationId="{ED4EFF4C-E58E-F6A8-3D11-890177A069A0}"/>
          </ac:spMkLst>
        </pc:spChg>
        <pc:grpChg chg="del">
          <ac:chgData name="shabilu hamisi" userId="23a8ef24152e94a8" providerId="LiveId" clId="{29F16741-6BAB-411C-8EC5-AFE329CAC43E}" dt="2026-05-20T15:38:00.548" v="3909" actId="478"/>
          <ac:grpSpMkLst>
            <pc:docMk/>
            <pc:sldMk cId="0" sldId="263"/>
            <ac:grpSpMk id="6" creationId="{00000000-0000-0000-0000-000000000000}"/>
          </ac:grpSpMkLst>
        </pc:grpChg>
        <pc:grpChg chg="del">
          <ac:chgData name="shabilu hamisi" userId="23a8ef24152e94a8" providerId="LiveId" clId="{29F16741-6BAB-411C-8EC5-AFE329CAC43E}" dt="2026-05-20T15:38:20.948" v="3911" actId="478"/>
          <ac:grpSpMkLst>
            <pc:docMk/>
            <pc:sldMk cId="0" sldId="263"/>
            <ac:grpSpMk id="11" creationId="{00000000-0000-0000-0000-000000000000}"/>
          </ac:grpSpMkLst>
        </pc:grpChg>
      </pc:sldChg>
      <pc:sldChg chg="delSp modSp del mod modTransition delAnim modAnim">
        <pc:chgData name="shabilu hamisi" userId="23a8ef24152e94a8" providerId="LiveId" clId="{29F16741-6BAB-411C-8EC5-AFE329CAC43E}" dt="2026-03-22T20:39:02.935" v="1865" actId="47"/>
        <pc:sldMkLst>
          <pc:docMk/>
          <pc:sldMk cId="0" sldId="264"/>
        </pc:sldMkLst>
      </pc:sldChg>
      <pc:sldChg chg="modTransition">
        <pc:chgData name="shabilu hamisi" userId="23a8ef24152e94a8" providerId="LiveId" clId="{29F16741-6BAB-411C-8EC5-AFE329CAC43E}" dt="2026-02-01T21:56:58.741" v="825"/>
        <pc:sldMkLst>
          <pc:docMk/>
          <pc:sldMk cId="0" sldId="265"/>
        </pc:sldMkLst>
      </pc:sldChg>
      <pc:sldChg chg="addSp delSp modSp add del mod delAnim modAnim">
        <pc:chgData name="shabilu hamisi" userId="23a8ef24152e94a8" providerId="LiveId" clId="{29F16741-6BAB-411C-8EC5-AFE329CAC43E}" dt="2026-02-01T20:54:04.220" v="297" actId="47"/>
        <pc:sldMkLst>
          <pc:docMk/>
          <pc:sldMk cId="4089547795" sldId="266"/>
        </pc:sldMkLst>
      </pc:sldChg>
      <pc:sldChg chg="addSp delSp modSp add mod modTransition modAnim">
        <pc:chgData name="shabilu hamisi" userId="23a8ef24152e94a8" providerId="LiveId" clId="{29F16741-6BAB-411C-8EC5-AFE329CAC43E}" dt="2026-05-20T18:54:52.752" v="4289" actId="478"/>
        <pc:sldMkLst>
          <pc:docMk/>
          <pc:sldMk cId="849219825" sldId="267"/>
        </pc:sldMkLst>
        <pc:spChg chg="del mod">
          <ac:chgData name="shabilu hamisi" userId="23a8ef24152e94a8" providerId="LiveId" clId="{29F16741-6BAB-411C-8EC5-AFE329CAC43E}" dt="2026-05-20T15:50:34.933" v="3936" actId="478"/>
          <ac:spMkLst>
            <pc:docMk/>
            <pc:sldMk cId="849219825" sldId="267"/>
            <ac:spMk id="2" creationId="{37E9FE15-0F5B-59D0-2E69-D28E7FBB9F79}"/>
          </ac:spMkLst>
        </pc:spChg>
        <pc:spChg chg="del mod">
          <ac:chgData name="shabilu hamisi" userId="23a8ef24152e94a8" providerId="LiveId" clId="{29F16741-6BAB-411C-8EC5-AFE329CAC43E}" dt="2026-05-20T15:50:34.933" v="3936" actId="478"/>
          <ac:spMkLst>
            <pc:docMk/>
            <pc:sldMk cId="849219825" sldId="267"/>
            <ac:spMk id="3" creationId="{E6DFFD45-8078-5BB4-BA3D-FACE941E405F}"/>
          </ac:spMkLst>
        </pc:spChg>
        <pc:spChg chg="del mod">
          <ac:chgData name="shabilu hamisi" userId="23a8ef24152e94a8" providerId="LiveId" clId="{29F16741-6BAB-411C-8EC5-AFE329CAC43E}" dt="2026-05-20T15:50:39.495" v="3937" actId="478"/>
          <ac:spMkLst>
            <pc:docMk/>
            <pc:sldMk cId="849219825" sldId="267"/>
            <ac:spMk id="4" creationId="{6F6BF05B-3326-2E82-351A-3CA050EFF390}"/>
          </ac:spMkLst>
        </pc:spChg>
        <pc:spChg chg="del mod">
          <ac:chgData name="shabilu hamisi" userId="23a8ef24152e94a8" providerId="LiveId" clId="{29F16741-6BAB-411C-8EC5-AFE329CAC43E}" dt="2026-05-20T15:50:39.495" v="3937" actId="478"/>
          <ac:spMkLst>
            <pc:docMk/>
            <pc:sldMk cId="849219825" sldId="267"/>
            <ac:spMk id="5" creationId="{DD7319AF-8772-A24C-A83E-5A4EFEC6FD5D}"/>
          </ac:spMkLst>
        </pc:spChg>
        <pc:spChg chg="del mod">
          <ac:chgData name="shabilu hamisi" userId="23a8ef24152e94a8" providerId="LiveId" clId="{29F16741-6BAB-411C-8EC5-AFE329CAC43E}" dt="2026-05-20T15:50:39.495" v="3937" actId="478"/>
          <ac:spMkLst>
            <pc:docMk/>
            <pc:sldMk cId="849219825" sldId="267"/>
            <ac:spMk id="9" creationId="{7191BFAD-2884-FE25-3057-3B8C8A1DF503}"/>
          </ac:spMkLst>
        </pc:spChg>
        <pc:spChg chg="del mod">
          <ac:chgData name="shabilu hamisi" userId="23a8ef24152e94a8" providerId="LiveId" clId="{29F16741-6BAB-411C-8EC5-AFE329CAC43E}" dt="2026-05-20T15:50:34.933" v="3936" actId="478"/>
          <ac:spMkLst>
            <pc:docMk/>
            <pc:sldMk cId="849219825" sldId="267"/>
            <ac:spMk id="10" creationId="{E319E838-24BA-47BB-E3E5-2EFE1F3D02B0}"/>
          </ac:spMkLst>
        </pc:spChg>
        <pc:grpChg chg="del">
          <ac:chgData name="shabilu hamisi" userId="23a8ef24152e94a8" providerId="LiveId" clId="{29F16741-6BAB-411C-8EC5-AFE329CAC43E}" dt="2026-05-20T18:54:52.752" v="4289" actId="478"/>
          <ac:grpSpMkLst>
            <pc:docMk/>
            <pc:sldMk cId="849219825" sldId="267"/>
            <ac:grpSpMk id="6" creationId="{9538953D-9AD5-73B5-45BA-B994F1E47EBD}"/>
          </ac:grpSpMkLst>
        </pc:grpChg>
        <pc:grpChg chg="del">
          <ac:chgData name="shabilu hamisi" userId="23a8ef24152e94a8" providerId="LiveId" clId="{29F16741-6BAB-411C-8EC5-AFE329CAC43E}" dt="2026-05-20T15:50:28.209" v="3935" actId="478"/>
          <ac:grpSpMkLst>
            <pc:docMk/>
            <pc:sldMk cId="849219825" sldId="267"/>
            <ac:grpSpMk id="11" creationId="{EAC5F450-1FCD-3436-986E-1E360C38F7E2}"/>
          </ac:grpSpMkLst>
        </pc:grpChg>
        <pc:graphicFrameChg chg="add mod modGraphic">
          <ac:chgData name="shabilu hamisi" userId="23a8ef24152e94a8" providerId="LiveId" clId="{29F16741-6BAB-411C-8EC5-AFE329CAC43E}" dt="2026-05-20T16:03:35.906" v="3940" actId="1076"/>
          <ac:graphicFrameMkLst>
            <pc:docMk/>
            <pc:sldMk cId="849219825" sldId="267"/>
            <ac:graphicFrameMk id="19" creationId="{CC2EF8EB-A13C-B644-08E1-4B3CD19BC91E}"/>
          </ac:graphicFrameMkLst>
        </pc:graphicFrameChg>
      </pc:sldChg>
      <pc:sldChg chg="new del">
        <pc:chgData name="shabilu hamisi" userId="23a8ef24152e94a8" providerId="LiveId" clId="{29F16741-6BAB-411C-8EC5-AFE329CAC43E}" dt="2026-02-01T20:51:31.304" v="274" actId="680"/>
        <pc:sldMkLst>
          <pc:docMk/>
          <pc:sldMk cId="1280987498" sldId="267"/>
        </pc:sldMkLst>
      </pc:sldChg>
      <pc:sldChg chg="addSp delSp modSp add del mod modTransition modAnim">
        <pc:chgData name="shabilu hamisi" userId="23a8ef24152e94a8" providerId="LiveId" clId="{29F16741-6BAB-411C-8EC5-AFE329CAC43E}" dt="2026-03-22T20:52:29.184" v="1932" actId="47"/>
        <pc:sldMkLst>
          <pc:docMk/>
          <pc:sldMk cId="3170732138" sldId="268"/>
        </pc:sldMkLst>
      </pc:sldChg>
      <pc:sldChg chg="add del">
        <pc:chgData name="shabilu hamisi" userId="23a8ef24152e94a8" providerId="LiveId" clId="{29F16741-6BAB-411C-8EC5-AFE329CAC43E}" dt="2026-02-01T20:57:50.246" v="330" actId="2890"/>
        <pc:sldMkLst>
          <pc:docMk/>
          <pc:sldMk cId="3632727304" sldId="269"/>
        </pc:sldMkLst>
      </pc:sldChg>
      <pc:sldChg chg="addSp delSp modSp add mod ord modTransition addAnim delAnim modAnim">
        <pc:chgData name="shabilu hamisi" userId="23a8ef24152e94a8" providerId="LiveId" clId="{29F16741-6BAB-411C-8EC5-AFE329CAC43E}" dt="2026-05-20T18:55:39.713" v="4296" actId="478"/>
        <pc:sldMkLst>
          <pc:docMk/>
          <pc:sldMk cId="3699931658" sldId="269"/>
        </pc:sldMkLst>
        <pc:spChg chg="del">
          <ac:chgData name="shabilu hamisi" userId="23a8ef24152e94a8" providerId="LiveId" clId="{29F16741-6BAB-411C-8EC5-AFE329CAC43E}" dt="2026-05-20T18:55:24.978" v="4294" actId="478"/>
          <ac:spMkLst>
            <pc:docMk/>
            <pc:sldMk cId="3699931658" sldId="269"/>
            <ac:spMk id="2" creationId="{579489CE-F355-3F50-5A46-E8CDD9B0C85B}"/>
          </ac:spMkLst>
        </pc:spChg>
        <pc:spChg chg="del">
          <ac:chgData name="shabilu hamisi" userId="23a8ef24152e94a8" providerId="LiveId" clId="{29F16741-6BAB-411C-8EC5-AFE329CAC43E}" dt="2026-05-20T18:55:24.978" v="4294" actId="478"/>
          <ac:spMkLst>
            <pc:docMk/>
            <pc:sldMk cId="3699931658" sldId="269"/>
            <ac:spMk id="3" creationId="{E2E5593A-8084-5188-BEA7-0246483DE806}"/>
          </ac:spMkLst>
        </pc:spChg>
        <pc:spChg chg="del">
          <ac:chgData name="shabilu hamisi" userId="23a8ef24152e94a8" providerId="LiveId" clId="{29F16741-6BAB-411C-8EC5-AFE329CAC43E}" dt="2026-05-20T18:55:39.713" v="4296" actId="478"/>
          <ac:spMkLst>
            <pc:docMk/>
            <pc:sldMk cId="3699931658" sldId="269"/>
            <ac:spMk id="4" creationId="{6E95B120-4CD5-B059-2752-ABAF4BC5A848}"/>
          </ac:spMkLst>
        </pc:spChg>
        <pc:spChg chg="del">
          <ac:chgData name="shabilu hamisi" userId="23a8ef24152e94a8" providerId="LiveId" clId="{29F16741-6BAB-411C-8EC5-AFE329CAC43E}" dt="2026-05-20T18:55:39.713" v="4296" actId="478"/>
          <ac:spMkLst>
            <pc:docMk/>
            <pc:sldMk cId="3699931658" sldId="269"/>
            <ac:spMk id="5" creationId="{2559DA62-9C0F-CF65-AA9A-36DA682EDDD8}"/>
          </ac:spMkLst>
        </pc:spChg>
        <pc:spChg chg="del">
          <ac:chgData name="shabilu hamisi" userId="23a8ef24152e94a8" providerId="LiveId" clId="{29F16741-6BAB-411C-8EC5-AFE329CAC43E}" dt="2026-05-20T18:55:39.713" v="4296" actId="478"/>
          <ac:spMkLst>
            <pc:docMk/>
            <pc:sldMk cId="3699931658" sldId="269"/>
            <ac:spMk id="9" creationId="{DA8EAC35-6D72-49A2-7BF5-F14C49ED72C5}"/>
          </ac:spMkLst>
        </pc:spChg>
        <pc:spChg chg="del">
          <ac:chgData name="shabilu hamisi" userId="23a8ef24152e94a8" providerId="LiveId" clId="{29F16741-6BAB-411C-8EC5-AFE329CAC43E}" dt="2026-05-20T18:55:24.978" v="4294" actId="478"/>
          <ac:spMkLst>
            <pc:docMk/>
            <pc:sldMk cId="3699931658" sldId="269"/>
            <ac:spMk id="10" creationId="{BA0AD7ED-7CF1-1634-7A45-20CE404526D6}"/>
          </ac:spMkLst>
        </pc:spChg>
        <pc:grpChg chg="del">
          <ac:chgData name="shabilu hamisi" userId="23a8ef24152e94a8" providerId="LiveId" clId="{29F16741-6BAB-411C-8EC5-AFE329CAC43E}" dt="2026-05-20T18:55:39.713" v="4296" actId="478"/>
          <ac:grpSpMkLst>
            <pc:docMk/>
            <pc:sldMk cId="3699931658" sldId="269"/>
            <ac:grpSpMk id="6" creationId="{00635165-49E5-58B6-9133-A7DF3F1C9966}"/>
          </ac:grpSpMkLst>
        </pc:grpChg>
        <pc:grpChg chg="del">
          <ac:chgData name="shabilu hamisi" userId="23a8ef24152e94a8" providerId="LiveId" clId="{29F16741-6BAB-411C-8EC5-AFE329CAC43E}" dt="2026-05-20T18:55:27.993" v="4295" actId="478"/>
          <ac:grpSpMkLst>
            <pc:docMk/>
            <pc:sldMk cId="3699931658" sldId="269"/>
            <ac:grpSpMk id="11" creationId="{5B5FE2FF-0079-213B-250F-0090BD818E3D}"/>
          </ac:grpSpMkLst>
        </pc:grpChg>
      </pc:sldChg>
      <pc:sldChg chg="addSp delSp modSp add del mod ord modTransition delAnim modAnim">
        <pc:chgData name="shabilu hamisi" userId="23a8ef24152e94a8" providerId="LiveId" clId="{29F16741-6BAB-411C-8EC5-AFE329CAC43E}" dt="2026-05-20T16:05:34.582" v="3941" actId="2696"/>
        <pc:sldMkLst>
          <pc:docMk/>
          <pc:sldMk cId="9367630" sldId="270"/>
        </pc:sldMkLst>
      </pc:sldChg>
      <pc:sldChg chg="addSp delSp modSp add mod modTransition modAnim">
        <pc:chgData name="shabilu hamisi" userId="23a8ef24152e94a8" providerId="LiveId" clId="{29F16741-6BAB-411C-8EC5-AFE329CAC43E}" dt="2026-05-20T18:56:06.415" v="4298" actId="478"/>
        <pc:sldMkLst>
          <pc:docMk/>
          <pc:sldMk cId="2669615760" sldId="271"/>
        </pc:sldMkLst>
        <pc:spChg chg="del">
          <ac:chgData name="shabilu hamisi" userId="23a8ef24152e94a8" providerId="LiveId" clId="{29F16741-6BAB-411C-8EC5-AFE329CAC43E}" dt="2026-05-20T18:56:06.415" v="4298" actId="478"/>
          <ac:spMkLst>
            <pc:docMk/>
            <pc:sldMk cId="2669615760" sldId="271"/>
            <ac:spMk id="2" creationId="{991FE8A1-70A8-B30F-FF2C-DF5409622CBC}"/>
          </ac:spMkLst>
        </pc:spChg>
        <pc:spChg chg="del">
          <ac:chgData name="shabilu hamisi" userId="23a8ef24152e94a8" providerId="LiveId" clId="{29F16741-6BAB-411C-8EC5-AFE329CAC43E}" dt="2026-05-20T18:56:06.415" v="4298" actId="478"/>
          <ac:spMkLst>
            <pc:docMk/>
            <pc:sldMk cId="2669615760" sldId="271"/>
            <ac:spMk id="3" creationId="{D7D135E6-83DC-0D04-3398-02C333518A37}"/>
          </ac:spMkLst>
        </pc:spChg>
        <pc:spChg chg="del">
          <ac:chgData name="shabilu hamisi" userId="23a8ef24152e94a8" providerId="LiveId" clId="{29F16741-6BAB-411C-8EC5-AFE329CAC43E}" dt="2026-05-20T18:56:06.415" v="4298" actId="478"/>
          <ac:spMkLst>
            <pc:docMk/>
            <pc:sldMk cId="2669615760" sldId="271"/>
            <ac:spMk id="4" creationId="{6FBAD2EA-4293-7F49-936A-6CDA0EC9490C}"/>
          </ac:spMkLst>
        </pc:spChg>
        <pc:spChg chg="del">
          <ac:chgData name="shabilu hamisi" userId="23a8ef24152e94a8" providerId="LiveId" clId="{29F16741-6BAB-411C-8EC5-AFE329CAC43E}" dt="2026-05-20T18:56:06.415" v="4298" actId="478"/>
          <ac:spMkLst>
            <pc:docMk/>
            <pc:sldMk cId="2669615760" sldId="271"/>
            <ac:spMk id="5" creationId="{4E5B2A58-83D7-5421-4095-F52BFE4C9787}"/>
          </ac:spMkLst>
        </pc:spChg>
        <pc:spChg chg="del">
          <ac:chgData name="shabilu hamisi" userId="23a8ef24152e94a8" providerId="LiveId" clId="{29F16741-6BAB-411C-8EC5-AFE329CAC43E}" dt="2026-05-20T18:56:06.415" v="4298" actId="478"/>
          <ac:spMkLst>
            <pc:docMk/>
            <pc:sldMk cId="2669615760" sldId="271"/>
            <ac:spMk id="9" creationId="{254AA14A-F34A-C332-94EB-FACE46740FE5}"/>
          </ac:spMkLst>
        </pc:spChg>
        <pc:spChg chg="del">
          <ac:chgData name="shabilu hamisi" userId="23a8ef24152e94a8" providerId="LiveId" clId="{29F16741-6BAB-411C-8EC5-AFE329CAC43E}" dt="2026-05-20T18:56:06.415" v="4298" actId="478"/>
          <ac:spMkLst>
            <pc:docMk/>
            <pc:sldMk cId="2669615760" sldId="271"/>
            <ac:spMk id="10" creationId="{C012A0C4-567C-62E8-9264-41620E2025B7}"/>
          </ac:spMkLst>
        </pc:spChg>
        <pc:grpChg chg="del">
          <ac:chgData name="shabilu hamisi" userId="23a8ef24152e94a8" providerId="LiveId" clId="{29F16741-6BAB-411C-8EC5-AFE329CAC43E}" dt="2026-05-20T18:56:06.415" v="4298" actId="478"/>
          <ac:grpSpMkLst>
            <pc:docMk/>
            <pc:sldMk cId="2669615760" sldId="271"/>
            <ac:grpSpMk id="6" creationId="{12B9E360-00AD-E8A1-EF65-190784E2D1B1}"/>
          </ac:grpSpMkLst>
        </pc:grpChg>
        <pc:grpChg chg="del">
          <ac:chgData name="shabilu hamisi" userId="23a8ef24152e94a8" providerId="LiveId" clId="{29F16741-6BAB-411C-8EC5-AFE329CAC43E}" dt="2026-05-20T18:56:06.415" v="4298" actId="478"/>
          <ac:grpSpMkLst>
            <pc:docMk/>
            <pc:sldMk cId="2669615760" sldId="271"/>
            <ac:grpSpMk id="11" creationId="{11F47C54-86E4-6AC9-73E4-DF17219D4639}"/>
          </ac:grpSpMkLst>
        </pc:grpChg>
      </pc:sldChg>
      <pc:sldChg chg="addSp delSp modSp add mod modTransition delAnim">
        <pc:chgData name="shabilu hamisi" userId="23a8ef24152e94a8" providerId="LiveId" clId="{29F16741-6BAB-411C-8EC5-AFE329CAC43E}" dt="2026-05-20T18:56:41.338" v="4303" actId="14100"/>
        <pc:sldMkLst>
          <pc:docMk/>
          <pc:sldMk cId="2775094908" sldId="272"/>
        </pc:sldMkLst>
        <pc:spChg chg="del">
          <ac:chgData name="shabilu hamisi" userId="23a8ef24152e94a8" providerId="LiveId" clId="{29F16741-6BAB-411C-8EC5-AFE329CAC43E}" dt="2026-05-20T18:56:26.697" v="4299" actId="478"/>
          <ac:spMkLst>
            <pc:docMk/>
            <pc:sldMk cId="2775094908" sldId="272"/>
            <ac:spMk id="2" creationId="{17B57D8C-677C-BA50-6A75-C106C2EA2A81}"/>
          </ac:spMkLst>
        </pc:spChg>
        <pc:spChg chg="del">
          <ac:chgData name="shabilu hamisi" userId="23a8ef24152e94a8" providerId="LiveId" clId="{29F16741-6BAB-411C-8EC5-AFE329CAC43E}" dt="2026-05-20T18:56:26.697" v="4299" actId="478"/>
          <ac:spMkLst>
            <pc:docMk/>
            <pc:sldMk cId="2775094908" sldId="272"/>
            <ac:spMk id="3" creationId="{120AB974-983F-23BA-0D4A-F1C9AB7355B2}"/>
          </ac:spMkLst>
        </pc:spChg>
        <pc:spChg chg="del">
          <ac:chgData name="shabilu hamisi" userId="23a8ef24152e94a8" providerId="LiveId" clId="{29F16741-6BAB-411C-8EC5-AFE329CAC43E}" dt="2026-05-20T18:56:26.697" v="4299" actId="478"/>
          <ac:spMkLst>
            <pc:docMk/>
            <pc:sldMk cId="2775094908" sldId="272"/>
            <ac:spMk id="4" creationId="{CDFFA9DE-13F8-A2B0-9D8C-FB0285BD221F}"/>
          </ac:spMkLst>
        </pc:spChg>
        <pc:spChg chg="del">
          <ac:chgData name="shabilu hamisi" userId="23a8ef24152e94a8" providerId="LiveId" clId="{29F16741-6BAB-411C-8EC5-AFE329CAC43E}" dt="2026-05-20T18:56:26.697" v="4299" actId="478"/>
          <ac:spMkLst>
            <pc:docMk/>
            <pc:sldMk cId="2775094908" sldId="272"/>
            <ac:spMk id="5" creationId="{EC809251-C0FD-A82B-C2D1-A14FE29325A0}"/>
          </ac:spMkLst>
        </pc:spChg>
        <pc:spChg chg="del">
          <ac:chgData name="shabilu hamisi" userId="23a8ef24152e94a8" providerId="LiveId" clId="{29F16741-6BAB-411C-8EC5-AFE329CAC43E}" dt="2026-05-20T18:56:26.697" v="4299" actId="478"/>
          <ac:spMkLst>
            <pc:docMk/>
            <pc:sldMk cId="2775094908" sldId="272"/>
            <ac:spMk id="9" creationId="{E7AFED5A-81BB-A707-DF16-C34E0345D89A}"/>
          </ac:spMkLst>
        </pc:spChg>
        <pc:spChg chg="del">
          <ac:chgData name="shabilu hamisi" userId="23a8ef24152e94a8" providerId="LiveId" clId="{29F16741-6BAB-411C-8EC5-AFE329CAC43E}" dt="2026-05-20T18:56:26.697" v="4299" actId="478"/>
          <ac:spMkLst>
            <pc:docMk/>
            <pc:sldMk cId="2775094908" sldId="272"/>
            <ac:spMk id="10" creationId="{3C324BF8-F0DE-C7AC-655F-397B0585B8CE}"/>
          </ac:spMkLst>
        </pc:spChg>
        <pc:grpChg chg="del">
          <ac:chgData name="shabilu hamisi" userId="23a8ef24152e94a8" providerId="LiveId" clId="{29F16741-6BAB-411C-8EC5-AFE329CAC43E}" dt="2026-05-20T18:56:26.697" v="4299" actId="478"/>
          <ac:grpSpMkLst>
            <pc:docMk/>
            <pc:sldMk cId="2775094908" sldId="272"/>
            <ac:grpSpMk id="6" creationId="{2A231507-A27B-DF99-7146-4EB012884774}"/>
          </ac:grpSpMkLst>
        </pc:grpChg>
        <pc:grpChg chg="del">
          <ac:chgData name="shabilu hamisi" userId="23a8ef24152e94a8" providerId="LiveId" clId="{29F16741-6BAB-411C-8EC5-AFE329CAC43E}" dt="2026-05-20T18:56:26.697" v="4299" actId="478"/>
          <ac:grpSpMkLst>
            <pc:docMk/>
            <pc:sldMk cId="2775094908" sldId="272"/>
            <ac:grpSpMk id="11" creationId="{CDC580E3-2936-7827-410A-DEB8D41BF208}"/>
          </ac:grpSpMkLst>
        </pc:grpChg>
        <pc:picChg chg="mod">
          <ac:chgData name="shabilu hamisi" userId="23a8ef24152e94a8" providerId="LiveId" clId="{29F16741-6BAB-411C-8EC5-AFE329CAC43E}" dt="2026-05-20T18:56:41.338" v="4303" actId="14100"/>
          <ac:picMkLst>
            <pc:docMk/>
            <pc:sldMk cId="2775094908" sldId="272"/>
            <ac:picMk id="14" creationId="{59CA19D2-789D-5090-9F19-76E166D239CF}"/>
          </ac:picMkLst>
        </pc:picChg>
      </pc:sldChg>
      <pc:sldChg chg="addSp delSp modSp add del mod ord modTransition modAnim">
        <pc:chgData name="shabilu hamisi" userId="23a8ef24152e94a8" providerId="LiveId" clId="{29F16741-6BAB-411C-8EC5-AFE329CAC43E}" dt="2026-03-22T21:08:48.644" v="2021" actId="47"/>
        <pc:sldMkLst>
          <pc:docMk/>
          <pc:sldMk cId="1084604483" sldId="273"/>
        </pc:sldMkLst>
      </pc:sldChg>
      <pc:sldChg chg="addSp modSp add del mod ord modTransition modAnim">
        <pc:chgData name="shabilu hamisi" userId="23a8ef24152e94a8" providerId="LiveId" clId="{29F16741-6BAB-411C-8EC5-AFE329CAC43E}" dt="2026-03-22T20:39:09.948" v="1867" actId="47"/>
        <pc:sldMkLst>
          <pc:docMk/>
          <pc:sldMk cId="2917039502" sldId="274"/>
        </pc:sldMkLst>
      </pc:sldChg>
      <pc:sldChg chg="delSp modSp add mod">
        <pc:chgData name="shabilu hamisi" userId="23a8ef24152e94a8" providerId="LiveId" clId="{29F16741-6BAB-411C-8EC5-AFE329CAC43E}" dt="2026-05-20T18:55:14.385" v="4293" actId="478"/>
        <pc:sldMkLst>
          <pc:docMk/>
          <pc:sldMk cId="1774982311" sldId="275"/>
        </pc:sldMkLst>
        <pc:spChg chg="del">
          <ac:chgData name="shabilu hamisi" userId="23a8ef24152e94a8" providerId="LiveId" clId="{29F16741-6BAB-411C-8EC5-AFE329CAC43E}" dt="2026-05-20T18:55:03.330" v="4290" actId="478"/>
          <ac:spMkLst>
            <pc:docMk/>
            <pc:sldMk cId="1774982311" sldId="275"/>
            <ac:spMk id="2" creationId="{7BB6A7AD-64B1-6F8D-FF35-5BD25617D6EC}"/>
          </ac:spMkLst>
        </pc:spChg>
        <pc:spChg chg="del">
          <ac:chgData name="shabilu hamisi" userId="23a8ef24152e94a8" providerId="LiveId" clId="{29F16741-6BAB-411C-8EC5-AFE329CAC43E}" dt="2026-05-20T18:55:03.330" v="4290" actId="478"/>
          <ac:spMkLst>
            <pc:docMk/>
            <pc:sldMk cId="1774982311" sldId="275"/>
            <ac:spMk id="3" creationId="{361D0063-DE9F-2EEA-B792-210584FE4200}"/>
          </ac:spMkLst>
        </pc:spChg>
        <pc:spChg chg="del">
          <ac:chgData name="shabilu hamisi" userId="23a8ef24152e94a8" providerId="LiveId" clId="{29F16741-6BAB-411C-8EC5-AFE329CAC43E}" dt="2026-05-20T18:55:12.010" v="4292" actId="478"/>
          <ac:spMkLst>
            <pc:docMk/>
            <pc:sldMk cId="1774982311" sldId="275"/>
            <ac:spMk id="4" creationId="{0ECA4E1D-D38F-A785-A0B1-12D29F421BFA}"/>
          </ac:spMkLst>
        </pc:spChg>
        <pc:spChg chg="del">
          <ac:chgData name="shabilu hamisi" userId="23a8ef24152e94a8" providerId="LiveId" clId="{29F16741-6BAB-411C-8EC5-AFE329CAC43E}" dt="2026-05-20T18:55:12.010" v="4292" actId="478"/>
          <ac:spMkLst>
            <pc:docMk/>
            <pc:sldMk cId="1774982311" sldId="275"/>
            <ac:spMk id="5" creationId="{C13EF05E-339D-6DCC-4BDE-8B0346BDB3CC}"/>
          </ac:spMkLst>
        </pc:spChg>
        <pc:spChg chg="del">
          <ac:chgData name="shabilu hamisi" userId="23a8ef24152e94a8" providerId="LiveId" clId="{29F16741-6BAB-411C-8EC5-AFE329CAC43E}" dt="2026-05-20T18:55:12.010" v="4292" actId="478"/>
          <ac:spMkLst>
            <pc:docMk/>
            <pc:sldMk cId="1774982311" sldId="275"/>
            <ac:spMk id="9" creationId="{A940C78E-B2AE-BA72-AD65-05DF8F233B7A}"/>
          </ac:spMkLst>
        </pc:spChg>
        <pc:spChg chg="del">
          <ac:chgData name="shabilu hamisi" userId="23a8ef24152e94a8" providerId="LiveId" clId="{29F16741-6BAB-411C-8EC5-AFE329CAC43E}" dt="2026-05-20T18:55:03.330" v="4290" actId="478"/>
          <ac:spMkLst>
            <pc:docMk/>
            <pc:sldMk cId="1774982311" sldId="275"/>
            <ac:spMk id="10" creationId="{A9ACBAEA-67CB-7D18-DC70-B39FC110134D}"/>
          </ac:spMkLst>
        </pc:spChg>
        <pc:grpChg chg="del">
          <ac:chgData name="shabilu hamisi" userId="23a8ef24152e94a8" providerId="LiveId" clId="{29F16741-6BAB-411C-8EC5-AFE329CAC43E}" dt="2026-05-20T18:55:14.385" v="4293" actId="478"/>
          <ac:grpSpMkLst>
            <pc:docMk/>
            <pc:sldMk cId="1774982311" sldId="275"/>
            <ac:grpSpMk id="6" creationId="{6B89A820-AAD8-0C81-1F97-75859996E75F}"/>
          </ac:grpSpMkLst>
        </pc:grpChg>
        <pc:grpChg chg="del">
          <ac:chgData name="shabilu hamisi" userId="23a8ef24152e94a8" providerId="LiveId" clId="{29F16741-6BAB-411C-8EC5-AFE329CAC43E}" dt="2026-05-20T18:55:06.393" v="4291" actId="478"/>
          <ac:grpSpMkLst>
            <pc:docMk/>
            <pc:sldMk cId="1774982311" sldId="275"/>
            <ac:grpSpMk id="11" creationId="{C2148FEE-32DC-E067-B577-05AC4A9F353F}"/>
          </ac:grpSpMkLst>
        </pc:grpChg>
      </pc:sldChg>
      <pc:sldChg chg="delSp modSp add mod">
        <pc:chgData name="shabilu hamisi" userId="23a8ef24152e94a8" providerId="LiveId" clId="{29F16741-6BAB-411C-8EC5-AFE329CAC43E}" dt="2026-05-20T18:55:52.213" v="4297" actId="478"/>
        <pc:sldMkLst>
          <pc:docMk/>
          <pc:sldMk cId="4095440389" sldId="276"/>
        </pc:sldMkLst>
        <pc:spChg chg="del">
          <ac:chgData name="shabilu hamisi" userId="23a8ef24152e94a8" providerId="LiveId" clId="{29F16741-6BAB-411C-8EC5-AFE329CAC43E}" dt="2026-05-20T18:55:52.213" v="4297" actId="478"/>
          <ac:spMkLst>
            <pc:docMk/>
            <pc:sldMk cId="4095440389" sldId="276"/>
            <ac:spMk id="2" creationId="{2AEB85A5-5367-F4F8-CBE8-992A5BFCC2CF}"/>
          </ac:spMkLst>
        </pc:spChg>
        <pc:spChg chg="del">
          <ac:chgData name="shabilu hamisi" userId="23a8ef24152e94a8" providerId="LiveId" clId="{29F16741-6BAB-411C-8EC5-AFE329CAC43E}" dt="2026-05-20T18:55:52.213" v="4297" actId="478"/>
          <ac:spMkLst>
            <pc:docMk/>
            <pc:sldMk cId="4095440389" sldId="276"/>
            <ac:spMk id="3" creationId="{3AB9C75B-747F-494F-3561-AC7CD1BD792C}"/>
          </ac:spMkLst>
        </pc:spChg>
        <pc:spChg chg="del">
          <ac:chgData name="shabilu hamisi" userId="23a8ef24152e94a8" providerId="LiveId" clId="{29F16741-6BAB-411C-8EC5-AFE329CAC43E}" dt="2026-05-20T18:55:52.213" v="4297" actId="478"/>
          <ac:spMkLst>
            <pc:docMk/>
            <pc:sldMk cId="4095440389" sldId="276"/>
            <ac:spMk id="4" creationId="{52861B7E-3730-3007-D6F6-2ED79D75E5A4}"/>
          </ac:spMkLst>
        </pc:spChg>
        <pc:spChg chg="del">
          <ac:chgData name="shabilu hamisi" userId="23a8ef24152e94a8" providerId="LiveId" clId="{29F16741-6BAB-411C-8EC5-AFE329CAC43E}" dt="2026-05-20T18:55:52.213" v="4297" actId="478"/>
          <ac:spMkLst>
            <pc:docMk/>
            <pc:sldMk cId="4095440389" sldId="276"/>
            <ac:spMk id="5" creationId="{192C1830-519E-75A2-FDD9-9F506D8262A1}"/>
          </ac:spMkLst>
        </pc:spChg>
        <pc:spChg chg="del">
          <ac:chgData name="shabilu hamisi" userId="23a8ef24152e94a8" providerId="LiveId" clId="{29F16741-6BAB-411C-8EC5-AFE329CAC43E}" dt="2026-05-20T18:55:52.213" v="4297" actId="478"/>
          <ac:spMkLst>
            <pc:docMk/>
            <pc:sldMk cId="4095440389" sldId="276"/>
            <ac:spMk id="9" creationId="{C2F61D80-89D7-A093-C77F-5B2063F20C61}"/>
          </ac:spMkLst>
        </pc:spChg>
        <pc:spChg chg="del">
          <ac:chgData name="shabilu hamisi" userId="23a8ef24152e94a8" providerId="LiveId" clId="{29F16741-6BAB-411C-8EC5-AFE329CAC43E}" dt="2026-05-20T18:55:52.213" v="4297" actId="478"/>
          <ac:spMkLst>
            <pc:docMk/>
            <pc:sldMk cId="4095440389" sldId="276"/>
            <ac:spMk id="10" creationId="{545D1175-C716-D6C1-EBF8-33F66FC58880}"/>
          </ac:spMkLst>
        </pc:spChg>
        <pc:grpChg chg="del">
          <ac:chgData name="shabilu hamisi" userId="23a8ef24152e94a8" providerId="LiveId" clId="{29F16741-6BAB-411C-8EC5-AFE329CAC43E}" dt="2026-05-20T18:55:52.213" v="4297" actId="478"/>
          <ac:grpSpMkLst>
            <pc:docMk/>
            <pc:sldMk cId="4095440389" sldId="276"/>
            <ac:grpSpMk id="6" creationId="{E1AAF104-F606-B151-4248-5A2C3AC0C5F8}"/>
          </ac:grpSpMkLst>
        </pc:grpChg>
        <pc:grpChg chg="del">
          <ac:chgData name="shabilu hamisi" userId="23a8ef24152e94a8" providerId="LiveId" clId="{29F16741-6BAB-411C-8EC5-AFE329CAC43E}" dt="2026-05-20T18:55:52.213" v="4297" actId="478"/>
          <ac:grpSpMkLst>
            <pc:docMk/>
            <pc:sldMk cId="4095440389" sldId="276"/>
            <ac:grpSpMk id="11" creationId="{FE540AE0-ED00-CDAA-CF35-5F7AC8762883}"/>
          </ac:grpSpMkLst>
        </pc:grpChg>
      </pc:sldChg>
      <pc:sldChg chg="add del ord">
        <pc:chgData name="shabilu hamisi" userId="23a8ef24152e94a8" providerId="LiveId" clId="{29F16741-6BAB-411C-8EC5-AFE329CAC43E}" dt="2026-03-22T20:39:07.004" v="1866" actId="47"/>
        <pc:sldMkLst>
          <pc:docMk/>
          <pc:sldMk cId="699161802" sldId="277"/>
        </pc:sldMkLst>
      </pc:sldChg>
      <pc:sldChg chg="add del">
        <pc:chgData name="shabilu hamisi" userId="23a8ef24152e94a8" providerId="LiveId" clId="{29F16741-6BAB-411C-8EC5-AFE329CAC43E}" dt="2026-02-18T19:58:49.851" v="1012" actId="2890"/>
        <pc:sldMkLst>
          <pc:docMk/>
          <pc:sldMk cId="1065850827" sldId="277"/>
        </pc:sldMkLst>
      </pc:sldChg>
      <pc:sldChg chg="addSp delSp modSp add del mod ord">
        <pc:chgData name="shabilu hamisi" userId="23a8ef24152e94a8" providerId="LiveId" clId="{29F16741-6BAB-411C-8EC5-AFE329CAC43E}" dt="2026-05-20T16:46:24.845" v="3969" actId="47"/>
        <pc:sldMkLst>
          <pc:docMk/>
          <pc:sldMk cId="4237496018" sldId="278"/>
        </pc:sldMkLst>
      </pc:sldChg>
      <pc:sldChg chg="new del">
        <pc:chgData name="shabilu hamisi" userId="23a8ef24152e94a8" providerId="LiveId" clId="{29F16741-6BAB-411C-8EC5-AFE329CAC43E}" dt="2026-02-18T20:48:02.934" v="1058" actId="680"/>
        <pc:sldMkLst>
          <pc:docMk/>
          <pc:sldMk cId="678029446" sldId="279"/>
        </pc:sldMkLst>
      </pc:sldChg>
      <pc:sldChg chg="addSp delSp modSp add mod">
        <pc:chgData name="shabilu hamisi" userId="23a8ef24152e94a8" providerId="LiveId" clId="{29F16741-6BAB-411C-8EC5-AFE329CAC43E}" dt="2026-05-20T18:56:59.629" v="4304" actId="478"/>
        <pc:sldMkLst>
          <pc:docMk/>
          <pc:sldMk cId="2009152683" sldId="279"/>
        </pc:sldMkLst>
        <pc:spChg chg="del">
          <ac:chgData name="shabilu hamisi" userId="23a8ef24152e94a8" providerId="LiveId" clId="{29F16741-6BAB-411C-8EC5-AFE329CAC43E}" dt="2026-05-20T18:56:59.629" v="4304" actId="478"/>
          <ac:spMkLst>
            <pc:docMk/>
            <pc:sldMk cId="2009152683" sldId="279"/>
            <ac:spMk id="2" creationId="{AF38E23E-F1E4-833F-980A-57835B001F49}"/>
          </ac:spMkLst>
        </pc:spChg>
        <pc:spChg chg="del">
          <ac:chgData name="shabilu hamisi" userId="23a8ef24152e94a8" providerId="LiveId" clId="{29F16741-6BAB-411C-8EC5-AFE329CAC43E}" dt="2026-05-20T18:56:59.629" v="4304" actId="478"/>
          <ac:spMkLst>
            <pc:docMk/>
            <pc:sldMk cId="2009152683" sldId="279"/>
            <ac:spMk id="3" creationId="{66B791C1-F370-A10E-1F4A-5C5925FDE68C}"/>
          </ac:spMkLst>
        </pc:spChg>
        <pc:spChg chg="del">
          <ac:chgData name="shabilu hamisi" userId="23a8ef24152e94a8" providerId="LiveId" clId="{29F16741-6BAB-411C-8EC5-AFE329CAC43E}" dt="2026-05-20T18:56:59.629" v="4304" actId="478"/>
          <ac:spMkLst>
            <pc:docMk/>
            <pc:sldMk cId="2009152683" sldId="279"/>
            <ac:spMk id="4" creationId="{929158E5-E884-E4BE-9373-495F81C36F50}"/>
          </ac:spMkLst>
        </pc:spChg>
        <pc:spChg chg="del">
          <ac:chgData name="shabilu hamisi" userId="23a8ef24152e94a8" providerId="LiveId" clId="{29F16741-6BAB-411C-8EC5-AFE329CAC43E}" dt="2026-05-20T18:56:59.629" v="4304" actId="478"/>
          <ac:spMkLst>
            <pc:docMk/>
            <pc:sldMk cId="2009152683" sldId="279"/>
            <ac:spMk id="5" creationId="{89E6C147-7371-BBE1-8ED7-DC8DC5F72FDF}"/>
          </ac:spMkLst>
        </pc:spChg>
        <pc:spChg chg="del">
          <ac:chgData name="shabilu hamisi" userId="23a8ef24152e94a8" providerId="LiveId" clId="{29F16741-6BAB-411C-8EC5-AFE329CAC43E}" dt="2026-05-20T18:56:59.629" v="4304" actId="478"/>
          <ac:spMkLst>
            <pc:docMk/>
            <pc:sldMk cId="2009152683" sldId="279"/>
            <ac:spMk id="9" creationId="{7A6ED57E-CDDB-0158-CBC2-A881C695214E}"/>
          </ac:spMkLst>
        </pc:spChg>
        <pc:spChg chg="del">
          <ac:chgData name="shabilu hamisi" userId="23a8ef24152e94a8" providerId="LiveId" clId="{29F16741-6BAB-411C-8EC5-AFE329CAC43E}" dt="2026-05-20T18:56:59.629" v="4304" actId="478"/>
          <ac:spMkLst>
            <pc:docMk/>
            <pc:sldMk cId="2009152683" sldId="279"/>
            <ac:spMk id="10" creationId="{0C0F9468-B116-DD90-EFC4-6FB42C30BA6B}"/>
          </ac:spMkLst>
        </pc:spChg>
        <pc:spChg chg="add mod">
          <ac:chgData name="shabilu hamisi" userId="23a8ef24152e94a8" providerId="LiveId" clId="{29F16741-6BAB-411C-8EC5-AFE329CAC43E}" dt="2026-05-20T16:42:39.588" v="3958" actId="403"/>
          <ac:spMkLst>
            <pc:docMk/>
            <pc:sldMk cId="2009152683" sldId="279"/>
            <ac:spMk id="18" creationId="{3E824411-8076-45DB-D1C4-B15502F04E55}"/>
          </ac:spMkLst>
        </pc:spChg>
        <pc:grpChg chg="del">
          <ac:chgData name="shabilu hamisi" userId="23a8ef24152e94a8" providerId="LiveId" clId="{29F16741-6BAB-411C-8EC5-AFE329CAC43E}" dt="2026-05-20T18:56:59.629" v="4304" actId="478"/>
          <ac:grpSpMkLst>
            <pc:docMk/>
            <pc:sldMk cId="2009152683" sldId="279"/>
            <ac:grpSpMk id="6" creationId="{758A29C1-C2DD-0D17-7BC5-58E3EE64B41A}"/>
          </ac:grpSpMkLst>
        </pc:grpChg>
        <pc:grpChg chg="del">
          <ac:chgData name="shabilu hamisi" userId="23a8ef24152e94a8" providerId="LiveId" clId="{29F16741-6BAB-411C-8EC5-AFE329CAC43E}" dt="2026-05-20T18:56:59.629" v="4304" actId="478"/>
          <ac:grpSpMkLst>
            <pc:docMk/>
            <pc:sldMk cId="2009152683" sldId="279"/>
            <ac:grpSpMk id="11" creationId="{E80936A2-FC13-60CB-DEFF-4DB9057F1732}"/>
          </ac:grpSpMkLst>
        </pc:grpChg>
      </pc:sldChg>
      <pc:sldChg chg="addSp delSp modSp add del mod">
        <pc:chgData name="shabilu hamisi" userId="23a8ef24152e94a8" providerId="LiveId" clId="{29F16741-6BAB-411C-8EC5-AFE329CAC43E}" dt="2026-05-20T16:45:48.690" v="3966" actId="47"/>
        <pc:sldMkLst>
          <pc:docMk/>
          <pc:sldMk cId="3925335440" sldId="280"/>
        </pc:sldMkLst>
      </pc:sldChg>
      <pc:sldChg chg="addSp delSp modSp add del mod ord">
        <pc:chgData name="shabilu hamisi" userId="23a8ef24152e94a8" providerId="LiveId" clId="{29F16741-6BAB-411C-8EC5-AFE329CAC43E}" dt="2026-05-20T18:57:27.121" v="4306" actId="478"/>
        <pc:sldMkLst>
          <pc:docMk/>
          <pc:sldMk cId="1458139282" sldId="281"/>
        </pc:sldMkLst>
        <pc:spChg chg="del">
          <ac:chgData name="shabilu hamisi" userId="23a8ef24152e94a8" providerId="LiveId" clId="{29F16741-6BAB-411C-8EC5-AFE329CAC43E}" dt="2026-05-20T18:57:09.488" v="4305" actId="478"/>
          <ac:spMkLst>
            <pc:docMk/>
            <pc:sldMk cId="1458139282" sldId="281"/>
            <ac:spMk id="2" creationId="{3DE5A33F-9955-4246-ADB3-4F0B474C5C0B}"/>
          </ac:spMkLst>
        </pc:spChg>
        <pc:spChg chg="del">
          <ac:chgData name="shabilu hamisi" userId="23a8ef24152e94a8" providerId="LiveId" clId="{29F16741-6BAB-411C-8EC5-AFE329CAC43E}" dt="2026-05-20T18:57:09.488" v="4305" actId="478"/>
          <ac:spMkLst>
            <pc:docMk/>
            <pc:sldMk cId="1458139282" sldId="281"/>
            <ac:spMk id="3" creationId="{90E51A24-E553-D766-4062-49E4C020FCFF}"/>
          </ac:spMkLst>
        </pc:spChg>
        <pc:spChg chg="del">
          <ac:chgData name="shabilu hamisi" userId="23a8ef24152e94a8" providerId="LiveId" clId="{29F16741-6BAB-411C-8EC5-AFE329CAC43E}" dt="2026-05-20T18:57:27.121" v="4306" actId="478"/>
          <ac:spMkLst>
            <pc:docMk/>
            <pc:sldMk cId="1458139282" sldId="281"/>
            <ac:spMk id="4" creationId="{D9E58941-4C46-6518-D9AD-F02892E25AD4}"/>
          </ac:spMkLst>
        </pc:spChg>
        <pc:spChg chg="del">
          <ac:chgData name="shabilu hamisi" userId="23a8ef24152e94a8" providerId="LiveId" clId="{29F16741-6BAB-411C-8EC5-AFE329CAC43E}" dt="2026-05-20T18:57:27.121" v="4306" actId="478"/>
          <ac:spMkLst>
            <pc:docMk/>
            <pc:sldMk cId="1458139282" sldId="281"/>
            <ac:spMk id="5" creationId="{819B2097-FF7E-E2C1-7C43-BE726CD797FD}"/>
          </ac:spMkLst>
        </pc:spChg>
        <pc:spChg chg="del">
          <ac:chgData name="shabilu hamisi" userId="23a8ef24152e94a8" providerId="LiveId" clId="{29F16741-6BAB-411C-8EC5-AFE329CAC43E}" dt="2026-05-20T18:57:27.121" v="4306" actId="478"/>
          <ac:spMkLst>
            <pc:docMk/>
            <pc:sldMk cId="1458139282" sldId="281"/>
            <ac:spMk id="9" creationId="{6AE46C5A-71CF-A193-EEAF-985B47CC3DC7}"/>
          </ac:spMkLst>
        </pc:spChg>
        <pc:spChg chg="del">
          <ac:chgData name="shabilu hamisi" userId="23a8ef24152e94a8" providerId="LiveId" clId="{29F16741-6BAB-411C-8EC5-AFE329CAC43E}" dt="2026-05-20T18:57:09.488" v="4305" actId="478"/>
          <ac:spMkLst>
            <pc:docMk/>
            <pc:sldMk cId="1458139282" sldId="281"/>
            <ac:spMk id="10" creationId="{0DDB888D-531E-E359-BBB6-96AB533AB513}"/>
          </ac:spMkLst>
        </pc:spChg>
        <pc:grpChg chg="del">
          <ac:chgData name="shabilu hamisi" userId="23a8ef24152e94a8" providerId="LiveId" clId="{29F16741-6BAB-411C-8EC5-AFE329CAC43E}" dt="2026-05-20T18:57:27.121" v="4306" actId="478"/>
          <ac:grpSpMkLst>
            <pc:docMk/>
            <pc:sldMk cId="1458139282" sldId="281"/>
            <ac:grpSpMk id="6" creationId="{4B2895CA-4138-98C6-A94E-BBCF40D6AE88}"/>
          </ac:grpSpMkLst>
        </pc:grpChg>
        <pc:grpChg chg="del">
          <ac:chgData name="shabilu hamisi" userId="23a8ef24152e94a8" providerId="LiveId" clId="{29F16741-6BAB-411C-8EC5-AFE329CAC43E}" dt="2026-05-20T18:57:27.121" v="4306" actId="478"/>
          <ac:grpSpMkLst>
            <pc:docMk/>
            <pc:sldMk cId="1458139282" sldId="281"/>
            <ac:grpSpMk id="11" creationId="{911F7D29-31D0-5B7B-5E88-14A055567885}"/>
          </ac:grpSpMkLst>
        </pc:grpChg>
      </pc:sldChg>
      <pc:sldChg chg="addSp delSp modSp add del mod ord">
        <pc:chgData name="shabilu hamisi" userId="23a8ef24152e94a8" providerId="LiveId" clId="{29F16741-6BAB-411C-8EC5-AFE329CAC43E}" dt="2026-05-20T17:12:24.173" v="4063" actId="47"/>
        <pc:sldMkLst>
          <pc:docMk/>
          <pc:sldMk cId="3906807349" sldId="282"/>
        </pc:sldMkLst>
      </pc:sldChg>
      <pc:sldChg chg="modSp add del mod">
        <pc:chgData name="shabilu hamisi" userId="23a8ef24152e94a8" providerId="LiveId" clId="{29F16741-6BAB-411C-8EC5-AFE329CAC43E}" dt="2026-03-22T21:35:51.300" v="2342" actId="47"/>
        <pc:sldMkLst>
          <pc:docMk/>
          <pc:sldMk cId="4029876838" sldId="283"/>
        </pc:sldMkLst>
      </pc:sldChg>
      <pc:sldChg chg="modSp add del mod">
        <pc:chgData name="shabilu hamisi" userId="23a8ef24152e94a8" providerId="LiveId" clId="{29F16741-6BAB-411C-8EC5-AFE329CAC43E}" dt="2026-03-22T21:35:51.300" v="2342" actId="47"/>
        <pc:sldMkLst>
          <pc:docMk/>
          <pc:sldMk cId="3945225042" sldId="284"/>
        </pc:sldMkLst>
      </pc:sldChg>
      <pc:sldChg chg="modSp add del mod">
        <pc:chgData name="shabilu hamisi" userId="23a8ef24152e94a8" providerId="LiveId" clId="{29F16741-6BAB-411C-8EC5-AFE329CAC43E}" dt="2026-03-22T21:35:51.300" v="2342" actId="47"/>
        <pc:sldMkLst>
          <pc:docMk/>
          <pc:sldMk cId="3446013356" sldId="285"/>
        </pc:sldMkLst>
      </pc:sldChg>
      <pc:sldChg chg="modSp add del mod">
        <pc:chgData name="shabilu hamisi" userId="23a8ef24152e94a8" providerId="LiveId" clId="{29F16741-6BAB-411C-8EC5-AFE329CAC43E}" dt="2026-03-22T21:35:51.300" v="2342" actId="47"/>
        <pc:sldMkLst>
          <pc:docMk/>
          <pc:sldMk cId="1964200227" sldId="286"/>
        </pc:sldMkLst>
      </pc:sldChg>
      <pc:sldChg chg="modSp add del mod">
        <pc:chgData name="shabilu hamisi" userId="23a8ef24152e94a8" providerId="LiveId" clId="{29F16741-6BAB-411C-8EC5-AFE329CAC43E}" dt="2026-03-22T21:35:51.300" v="2342" actId="47"/>
        <pc:sldMkLst>
          <pc:docMk/>
          <pc:sldMk cId="671963907" sldId="287"/>
        </pc:sldMkLst>
      </pc:sldChg>
      <pc:sldChg chg="addSp delSp modSp add del mod ord">
        <pc:chgData name="shabilu hamisi" userId="23a8ef24152e94a8" providerId="LiveId" clId="{29F16741-6BAB-411C-8EC5-AFE329CAC43E}" dt="2026-05-20T16:45:43.909" v="3965" actId="47"/>
        <pc:sldMkLst>
          <pc:docMk/>
          <pc:sldMk cId="2205950048" sldId="288"/>
        </pc:sldMkLst>
      </pc:sldChg>
      <pc:sldChg chg="addSp delSp modSp add mod">
        <pc:chgData name="shabilu hamisi" userId="23a8ef24152e94a8" providerId="LiveId" clId="{29F16741-6BAB-411C-8EC5-AFE329CAC43E}" dt="2026-05-20T18:57:42.668" v="4307" actId="478"/>
        <pc:sldMkLst>
          <pc:docMk/>
          <pc:sldMk cId="4219879708" sldId="289"/>
        </pc:sldMkLst>
        <pc:spChg chg="del">
          <ac:chgData name="shabilu hamisi" userId="23a8ef24152e94a8" providerId="LiveId" clId="{29F16741-6BAB-411C-8EC5-AFE329CAC43E}" dt="2026-05-20T18:57:42.668" v="4307" actId="478"/>
          <ac:spMkLst>
            <pc:docMk/>
            <pc:sldMk cId="4219879708" sldId="289"/>
            <ac:spMk id="2" creationId="{67950C65-9B1D-E0A9-CF02-1989E8A22912}"/>
          </ac:spMkLst>
        </pc:spChg>
        <pc:spChg chg="del">
          <ac:chgData name="shabilu hamisi" userId="23a8ef24152e94a8" providerId="LiveId" clId="{29F16741-6BAB-411C-8EC5-AFE329CAC43E}" dt="2026-05-20T18:57:42.668" v="4307" actId="478"/>
          <ac:spMkLst>
            <pc:docMk/>
            <pc:sldMk cId="4219879708" sldId="289"/>
            <ac:spMk id="3" creationId="{909E2706-0345-EEA7-838C-63675E83FF8A}"/>
          </ac:spMkLst>
        </pc:spChg>
        <pc:spChg chg="del">
          <ac:chgData name="shabilu hamisi" userId="23a8ef24152e94a8" providerId="LiveId" clId="{29F16741-6BAB-411C-8EC5-AFE329CAC43E}" dt="2026-05-20T18:57:42.668" v="4307" actId="478"/>
          <ac:spMkLst>
            <pc:docMk/>
            <pc:sldMk cId="4219879708" sldId="289"/>
            <ac:spMk id="4" creationId="{A28E0887-79EA-393D-6297-42FDB986675C}"/>
          </ac:spMkLst>
        </pc:spChg>
        <pc:spChg chg="del">
          <ac:chgData name="shabilu hamisi" userId="23a8ef24152e94a8" providerId="LiveId" clId="{29F16741-6BAB-411C-8EC5-AFE329CAC43E}" dt="2026-05-20T18:57:42.668" v="4307" actId="478"/>
          <ac:spMkLst>
            <pc:docMk/>
            <pc:sldMk cId="4219879708" sldId="289"/>
            <ac:spMk id="5" creationId="{C2B14AA4-B4C3-026A-E74F-D81C916612A3}"/>
          </ac:spMkLst>
        </pc:spChg>
        <pc:spChg chg="del">
          <ac:chgData name="shabilu hamisi" userId="23a8ef24152e94a8" providerId="LiveId" clId="{29F16741-6BAB-411C-8EC5-AFE329CAC43E}" dt="2026-05-20T18:57:42.668" v="4307" actId="478"/>
          <ac:spMkLst>
            <pc:docMk/>
            <pc:sldMk cId="4219879708" sldId="289"/>
            <ac:spMk id="9" creationId="{DC116F52-EDDA-9EE0-5E59-5CA0DD5416CD}"/>
          </ac:spMkLst>
        </pc:spChg>
        <pc:spChg chg="del">
          <ac:chgData name="shabilu hamisi" userId="23a8ef24152e94a8" providerId="LiveId" clId="{29F16741-6BAB-411C-8EC5-AFE329CAC43E}" dt="2026-05-20T18:57:42.668" v="4307" actId="478"/>
          <ac:spMkLst>
            <pc:docMk/>
            <pc:sldMk cId="4219879708" sldId="289"/>
            <ac:spMk id="10" creationId="{ED8B2E2E-827E-4F43-D83B-1BC0F9FCFAEB}"/>
          </ac:spMkLst>
        </pc:spChg>
        <pc:spChg chg="add mod">
          <ac:chgData name="shabilu hamisi" userId="23a8ef24152e94a8" providerId="LiveId" clId="{29F16741-6BAB-411C-8EC5-AFE329CAC43E}" dt="2026-05-20T17:09:55.409" v="4029" actId="20577"/>
          <ac:spMkLst>
            <pc:docMk/>
            <pc:sldMk cId="4219879708" sldId="289"/>
            <ac:spMk id="21" creationId="{EFDA760B-136F-6FE2-7087-DAB24C578A62}"/>
          </ac:spMkLst>
        </pc:spChg>
        <pc:grpChg chg="del">
          <ac:chgData name="shabilu hamisi" userId="23a8ef24152e94a8" providerId="LiveId" clId="{29F16741-6BAB-411C-8EC5-AFE329CAC43E}" dt="2026-05-20T18:57:42.668" v="4307" actId="478"/>
          <ac:grpSpMkLst>
            <pc:docMk/>
            <pc:sldMk cId="4219879708" sldId="289"/>
            <ac:grpSpMk id="6" creationId="{7F73C4C5-2C72-6402-A295-60181B3C93EF}"/>
          </ac:grpSpMkLst>
        </pc:grpChg>
        <pc:grpChg chg="del">
          <ac:chgData name="shabilu hamisi" userId="23a8ef24152e94a8" providerId="LiveId" clId="{29F16741-6BAB-411C-8EC5-AFE329CAC43E}" dt="2026-05-20T18:57:42.668" v="4307" actId="478"/>
          <ac:grpSpMkLst>
            <pc:docMk/>
            <pc:sldMk cId="4219879708" sldId="289"/>
            <ac:grpSpMk id="11" creationId="{F049E235-DAC7-5181-56B2-6290A098EFBA}"/>
          </ac:grpSpMkLst>
        </pc:grpChg>
      </pc:sldChg>
      <pc:sldChg chg="modSp add del mod">
        <pc:chgData name="shabilu hamisi" userId="23a8ef24152e94a8" providerId="LiveId" clId="{29F16741-6BAB-411C-8EC5-AFE329CAC43E}" dt="2026-03-22T22:10:36.506" v="2716" actId="47"/>
        <pc:sldMkLst>
          <pc:docMk/>
          <pc:sldMk cId="3943810605" sldId="290"/>
        </pc:sldMkLst>
      </pc:sldChg>
      <pc:sldChg chg="add del">
        <pc:chgData name="shabilu hamisi" userId="23a8ef24152e94a8" providerId="LiveId" clId="{29F16741-6BAB-411C-8EC5-AFE329CAC43E}" dt="2026-03-22T22:01:06.853" v="2579" actId="47"/>
        <pc:sldMkLst>
          <pc:docMk/>
          <pc:sldMk cId="3394510498" sldId="291"/>
        </pc:sldMkLst>
      </pc:sldChg>
      <pc:sldChg chg="modSp add del mod">
        <pc:chgData name="shabilu hamisi" userId="23a8ef24152e94a8" providerId="LiveId" clId="{29F16741-6BAB-411C-8EC5-AFE329CAC43E}" dt="2026-03-22T22:01:26.008" v="2580" actId="47"/>
        <pc:sldMkLst>
          <pc:docMk/>
          <pc:sldMk cId="1355315047" sldId="292"/>
        </pc:sldMkLst>
      </pc:sldChg>
      <pc:sldChg chg="addSp delSp modSp add mod">
        <pc:chgData name="shabilu hamisi" userId="23a8ef24152e94a8" providerId="LiveId" clId="{29F16741-6BAB-411C-8EC5-AFE329CAC43E}" dt="2026-05-20T18:58:05.170" v="4309" actId="478"/>
        <pc:sldMkLst>
          <pc:docMk/>
          <pc:sldMk cId="1077668223" sldId="293"/>
        </pc:sldMkLst>
        <pc:spChg chg="del">
          <ac:chgData name="shabilu hamisi" userId="23a8ef24152e94a8" providerId="LiveId" clId="{29F16741-6BAB-411C-8EC5-AFE329CAC43E}" dt="2026-05-20T18:58:01.403" v="4308" actId="478"/>
          <ac:spMkLst>
            <pc:docMk/>
            <pc:sldMk cId="1077668223" sldId="293"/>
            <ac:spMk id="2" creationId="{D05E28B1-3BE9-4EC1-25DA-1625DAA5A2D7}"/>
          </ac:spMkLst>
        </pc:spChg>
        <pc:spChg chg="del">
          <ac:chgData name="shabilu hamisi" userId="23a8ef24152e94a8" providerId="LiveId" clId="{29F16741-6BAB-411C-8EC5-AFE329CAC43E}" dt="2026-05-20T18:58:01.403" v="4308" actId="478"/>
          <ac:spMkLst>
            <pc:docMk/>
            <pc:sldMk cId="1077668223" sldId="293"/>
            <ac:spMk id="3" creationId="{A1DE04EB-4BF2-9E0F-3E31-57414B6A414D}"/>
          </ac:spMkLst>
        </pc:spChg>
        <pc:spChg chg="del">
          <ac:chgData name="shabilu hamisi" userId="23a8ef24152e94a8" providerId="LiveId" clId="{29F16741-6BAB-411C-8EC5-AFE329CAC43E}" dt="2026-05-20T18:58:05.170" v="4309" actId="478"/>
          <ac:spMkLst>
            <pc:docMk/>
            <pc:sldMk cId="1077668223" sldId="293"/>
            <ac:spMk id="4" creationId="{3B581F64-B256-EB3A-AC06-64AEBECABCC8}"/>
          </ac:spMkLst>
        </pc:spChg>
        <pc:spChg chg="del">
          <ac:chgData name="shabilu hamisi" userId="23a8ef24152e94a8" providerId="LiveId" clId="{29F16741-6BAB-411C-8EC5-AFE329CAC43E}" dt="2026-05-20T18:58:05.170" v="4309" actId="478"/>
          <ac:spMkLst>
            <pc:docMk/>
            <pc:sldMk cId="1077668223" sldId="293"/>
            <ac:spMk id="5" creationId="{4F00ECAF-9592-8DCE-B175-A7C86604EE63}"/>
          </ac:spMkLst>
        </pc:spChg>
        <pc:spChg chg="del">
          <ac:chgData name="shabilu hamisi" userId="23a8ef24152e94a8" providerId="LiveId" clId="{29F16741-6BAB-411C-8EC5-AFE329CAC43E}" dt="2026-05-20T18:58:01.403" v="4308" actId="478"/>
          <ac:spMkLst>
            <pc:docMk/>
            <pc:sldMk cId="1077668223" sldId="293"/>
            <ac:spMk id="9" creationId="{24591DD7-CEB7-7E8F-D6C5-0C7440D12821}"/>
          </ac:spMkLst>
        </pc:spChg>
        <pc:spChg chg="del">
          <ac:chgData name="shabilu hamisi" userId="23a8ef24152e94a8" providerId="LiveId" clId="{29F16741-6BAB-411C-8EC5-AFE329CAC43E}" dt="2026-05-20T18:58:01.403" v="4308" actId="478"/>
          <ac:spMkLst>
            <pc:docMk/>
            <pc:sldMk cId="1077668223" sldId="293"/>
            <ac:spMk id="10" creationId="{49E314A2-7636-138B-5837-7A2E5BCB5D67}"/>
          </ac:spMkLst>
        </pc:spChg>
        <pc:spChg chg="add mod">
          <ac:chgData name="shabilu hamisi" userId="23a8ef24152e94a8" providerId="LiveId" clId="{29F16741-6BAB-411C-8EC5-AFE329CAC43E}" dt="2026-05-20T17:11:58.514" v="4062" actId="5793"/>
          <ac:spMkLst>
            <pc:docMk/>
            <pc:sldMk cId="1077668223" sldId="293"/>
            <ac:spMk id="18" creationId="{4A91D71A-C90C-DA83-6263-95F288FE43B2}"/>
          </ac:spMkLst>
        </pc:spChg>
        <pc:grpChg chg="del">
          <ac:chgData name="shabilu hamisi" userId="23a8ef24152e94a8" providerId="LiveId" clId="{29F16741-6BAB-411C-8EC5-AFE329CAC43E}" dt="2026-05-20T18:58:01.403" v="4308" actId="478"/>
          <ac:grpSpMkLst>
            <pc:docMk/>
            <pc:sldMk cId="1077668223" sldId="293"/>
            <ac:grpSpMk id="6" creationId="{BD43CC26-5E8E-2DCB-96A1-1D4BB62971DA}"/>
          </ac:grpSpMkLst>
        </pc:grpChg>
        <pc:grpChg chg="del">
          <ac:chgData name="shabilu hamisi" userId="23a8ef24152e94a8" providerId="LiveId" clId="{29F16741-6BAB-411C-8EC5-AFE329CAC43E}" dt="2026-05-20T18:58:01.403" v="4308" actId="478"/>
          <ac:grpSpMkLst>
            <pc:docMk/>
            <pc:sldMk cId="1077668223" sldId="293"/>
            <ac:grpSpMk id="11" creationId="{8182E660-6A22-CDDC-1D2E-9EE5800B2DC9}"/>
          </ac:grpSpMkLst>
        </pc:grpChg>
      </pc:sldChg>
      <pc:sldChg chg="addSp delSp modSp add del mod">
        <pc:chgData name="shabilu hamisi" userId="23a8ef24152e94a8" providerId="LiveId" clId="{29F16741-6BAB-411C-8EC5-AFE329CAC43E}" dt="2026-05-20T17:12:34.095" v="4065" actId="47"/>
        <pc:sldMkLst>
          <pc:docMk/>
          <pc:sldMk cId="2752244461" sldId="294"/>
        </pc:sldMkLst>
      </pc:sldChg>
      <pc:sldChg chg="addSp delSp modSp add del mod">
        <pc:chgData name="shabilu hamisi" userId="23a8ef24152e94a8" providerId="LiveId" clId="{29F16741-6BAB-411C-8EC5-AFE329CAC43E}" dt="2026-05-20T17:12:29.907" v="4064" actId="47"/>
        <pc:sldMkLst>
          <pc:docMk/>
          <pc:sldMk cId="3790289096" sldId="295"/>
        </pc:sldMkLst>
      </pc:sldChg>
      <pc:sldChg chg="new del">
        <pc:chgData name="shabilu hamisi" userId="23a8ef24152e94a8" providerId="LiveId" clId="{29F16741-6BAB-411C-8EC5-AFE329CAC43E}" dt="2026-03-22T22:28:30.015" v="2991" actId="680"/>
        <pc:sldMkLst>
          <pc:docMk/>
          <pc:sldMk cId="1821500429" sldId="296"/>
        </pc:sldMkLst>
      </pc:sldChg>
      <pc:sldChg chg="addSp delSp modSp add del mod">
        <pc:chgData name="shabilu hamisi" userId="23a8ef24152e94a8" providerId="LiveId" clId="{29F16741-6BAB-411C-8EC5-AFE329CAC43E}" dt="2026-05-20T17:12:49.190" v="4068" actId="47"/>
        <pc:sldMkLst>
          <pc:docMk/>
          <pc:sldMk cId="2740631706" sldId="296"/>
        </pc:sldMkLst>
      </pc:sldChg>
      <pc:sldChg chg="addSp delSp modSp add del mod ord">
        <pc:chgData name="shabilu hamisi" userId="23a8ef24152e94a8" providerId="LiveId" clId="{29F16741-6BAB-411C-8EC5-AFE329CAC43E}" dt="2026-05-20T17:12:40.861" v="4066" actId="47"/>
        <pc:sldMkLst>
          <pc:docMk/>
          <pc:sldMk cId="2208865377" sldId="297"/>
        </pc:sldMkLst>
      </pc:sldChg>
      <pc:sldChg chg="addSp delSp modSp add del mod">
        <pc:chgData name="shabilu hamisi" userId="23a8ef24152e94a8" providerId="LiveId" clId="{29F16741-6BAB-411C-8EC5-AFE329CAC43E}" dt="2026-05-20T17:12:44.268" v="4067" actId="47"/>
        <pc:sldMkLst>
          <pc:docMk/>
          <pc:sldMk cId="4021401833" sldId="298"/>
        </pc:sldMkLst>
      </pc:sldChg>
      <pc:sldChg chg="modSp add del mod">
        <pc:chgData name="shabilu hamisi" userId="23a8ef24152e94a8" providerId="LiveId" clId="{29F16741-6BAB-411C-8EC5-AFE329CAC43E}" dt="2026-05-20T17:12:58.446" v="4070" actId="47"/>
        <pc:sldMkLst>
          <pc:docMk/>
          <pc:sldMk cId="3772877612" sldId="299"/>
        </pc:sldMkLst>
      </pc:sldChg>
      <pc:sldChg chg="modSp add del mod">
        <pc:chgData name="shabilu hamisi" userId="23a8ef24152e94a8" providerId="LiveId" clId="{29F16741-6BAB-411C-8EC5-AFE329CAC43E}" dt="2026-05-20T17:12:54.368" v="4069" actId="47"/>
        <pc:sldMkLst>
          <pc:docMk/>
          <pc:sldMk cId="1252359547" sldId="300"/>
        </pc:sldMkLst>
      </pc:sldChg>
      <pc:sldChg chg="delSp modSp add mod">
        <pc:chgData name="shabilu hamisi" userId="23a8ef24152e94a8" providerId="LiveId" clId="{29F16741-6BAB-411C-8EC5-AFE329CAC43E}" dt="2026-05-20T15:49:59.161" v="3934" actId="20577"/>
        <pc:sldMkLst>
          <pc:docMk/>
          <pc:sldMk cId="1410822218" sldId="301"/>
        </pc:sldMkLst>
        <pc:spChg chg="mod">
          <ac:chgData name="shabilu hamisi" userId="23a8ef24152e94a8" providerId="LiveId" clId="{29F16741-6BAB-411C-8EC5-AFE329CAC43E}" dt="2026-05-20T15:49:59.161" v="3934" actId="20577"/>
          <ac:spMkLst>
            <pc:docMk/>
            <pc:sldMk cId="1410822218" sldId="301"/>
            <ac:spMk id="14" creationId="{2C1D1AAE-89B0-A07C-3F5B-C30063D238F6}"/>
          </ac:spMkLst>
        </pc:spChg>
        <pc:spChg chg="del">
          <ac:chgData name="shabilu hamisi" userId="23a8ef24152e94a8" providerId="LiveId" clId="{29F16741-6BAB-411C-8EC5-AFE329CAC43E}" dt="2026-05-20T15:49:05.203" v="3926" actId="478"/>
          <ac:spMkLst>
            <pc:docMk/>
            <pc:sldMk cId="1410822218" sldId="301"/>
            <ac:spMk id="30" creationId="{6BF71E4D-A884-AEB6-41EF-A41D11F9E0C4}"/>
          </ac:spMkLst>
        </pc:spChg>
      </pc:sldChg>
      <pc:sldChg chg="new del">
        <pc:chgData name="shabilu hamisi" userId="23a8ef24152e94a8" providerId="LiveId" clId="{29F16741-6BAB-411C-8EC5-AFE329CAC43E}" dt="2026-05-20T15:48:04.668" v="3913" actId="47"/>
        <pc:sldMkLst>
          <pc:docMk/>
          <pc:sldMk cId="3993246622" sldId="301"/>
        </pc:sldMkLst>
      </pc:sldChg>
      <pc:sldChg chg="addSp delSp modSp add mod">
        <pc:chgData name="shabilu hamisi" userId="23a8ef24152e94a8" providerId="LiveId" clId="{29F16741-6BAB-411C-8EC5-AFE329CAC43E}" dt="2026-05-20T17:41:29.310" v="4129" actId="14100"/>
        <pc:sldMkLst>
          <pc:docMk/>
          <pc:sldMk cId="3072505994" sldId="302"/>
        </pc:sldMkLst>
        <pc:spChg chg="del">
          <ac:chgData name="shabilu hamisi" userId="23a8ef24152e94a8" providerId="LiveId" clId="{29F16741-6BAB-411C-8EC5-AFE329CAC43E}" dt="2026-05-20T17:41:13.993" v="4124" actId="478"/>
          <ac:spMkLst>
            <pc:docMk/>
            <pc:sldMk cId="3072505994" sldId="302"/>
            <ac:spMk id="2" creationId="{10EB60B8-CD87-90CF-3688-F43ED2DB4AC0}"/>
          </ac:spMkLst>
        </pc:spChg>
        <pc:spChg chg="del">
          <ac:chgData name="shabilu hamisi" userId="23a8ef24152e94a8" providerId="LiveId" clId="{29F16741-6BAB-411C-8EC5-AFE329CAC43E}" dt="2026-05-20T17:41:13.993" v="4124" actId="478"/>
          <ac:spMkLst>
            <pc:docMk/>
            <pc:sldMk cId="3072505994" sldId="302"/>
            <ac:spMk id="3" creationId="{013E639E-F61B-0359-990E-72A9049A9461}"/>
          </ac:spMkLst>
        </pc:spChg>
        <pc:spChg chg="del">
          <ac:chgData name="shabilu hamisi" userId="23a8ef24152e94a8" providerId="LiveId" clId="{29F16741-6BAB-411C-8EC5-AFE329CAC43E}" dt="2026-05-20T17:41:03.007" v="4122" actId="478"/>
          <ac:spMkLst>
            <pc:docMk/>
            <pc:sldMk cId="3072505994" sldId="302"/>
            <ac:spMk id="4" creationId="{4E8E0BF8-7472-79B7-69F6-3F1BA3CCA7EA}"/>
          </ac:spMkLst>
        </pc:spChg>
        <pc:spChg chg="del">
          <ac:chgData name="shabilu hamisi" userId="23a8ef24152e94a8" providerId="LiveId" clId="{29F16741-6BAB-411C-8EC5-AFE329CAC43E}" dt="2026-05-20T17:41:03.007" v="4122" actId="478"/>
          <ac:spMkLst>
            <pc:docMk/>
            <pc:sldMk cId="3072505994" sldId="302"/>
            <ac:spMk id="5" creationId="{F61A8800-E38B-CD61-C670-1E42740A0C7F}"/>
          </ac:spMkLst>
        </pc:spChg>
        <pc:spChg chg="del">
          <ac:chgData name="shabilu hamisi" userId="23a8ef24152e94a8" providerId="LiveId" clId="{29F16741-6BAB-411C-8EC5-AFE329CAC43E}" dt="2026-05-20T17:41:03.007" v="4122" actId="478"/>
          <ac:spMkLst>
            <pc:docMk/>
            <pc:sldMk cId="3072505994" sldId="302"/>
            <ac:spMk id="9" creationId="{5FF81F1A-B955-FF82-9D71-C0F33D3658E4}"/>
          </ac:spMkLst>
        </pc:spChg>
        <pc:spChg chg="del">
          <ac:chgData name="shabilu hamisi" userId="23a8ef24152e94a8" providerId="LiveId" clId="{29F16741-6BAB-411C-8EC5-AFE329CAC43E}" dt="2026-05-20T17:41:13.993" v="4124" actId="478"/>
          <ac:spMkLst>
            <pc:docMk/>
            <pc:sldMk cId="3072505994" sldId="302"/>
            <ac:spMk id="10" creationId="{A86409E0-0C0F-4DD8-0DD1-8CD2171E480C}"/>
          </ac:spMkLst>
        </pc:spChg>
        <pc:spChg chg="add mod">
          <ac:chgData name="shabilu hamisi" userId="23a8ef24152e94a8" providerId="LiveId" clId="{29F16741-6BAB-411C-8EC5-AFE329CAC43E}" dt="2026-05-20T17:29:29.721" v="4090" actId="403"/>
          <ac:spMkLst>
            <pc:docMk/>
            <pc:sldMk cId="3072505994" sldId="302"/>
            <ac:spMk id="15" creationId="{8868BA2A-557A-40AD-9180-5B8B5E358749}"/>
          </ac:spMkLst>
        </pc:spChg>
        <pc:spChg chg="del mod">
          <ac:chgData name="shabilu hamisi" userId="23a8ef24152e94a8" providerId="LiveId" clId="{29F16741-6BAB-411C-8EC5-AFE329CAC43E}" dt="2026-05-20T17:15:39.375" v="4073" actId="478"/>
          <ac:spMkLst>
            <pc:docMk/>
            <pc:sldMk cId="3072505994" sldId="302"/>
            <ac:spMk id="18" creationId="{19D36BA5-BFCD-713D-1721-BC06E40DA1D2}"/>
          </ac:spMkLst>
        </pc:spChg>
        <pc:spChg chg="mod">
          <ac:chgData name="shabilu hamisi" userId="23a8ef24152e94a8" providerId="LiveId" clId="{29F16741-6BAB-411C-8EC5-AFE329CAC43E}" dt="2026-05-20T17:28:55.856" v="4083"/>
          <ac:spMkLst>
            <pc:docMk/>
            <pc:sldMk cId="3072505994" sldId="302"/>
            <ac:spMk id="28" creationId="{71A48078-79AE-6D1A-8AC6-0F51495172B8}"/>
          </ac:spMkLst>
        </pc:spChg>
        <pc:grpChg chg="del">
          <ac:chgData name="shabilu hamisi" userId="23a8ef24152e94a8" providerId="LiveId" clId="{29F16741-6BAB-411C-8EC5-AFE329CAC43E}" dt="2026-05-20T17:41:06.617" v="4123" actId="478"/>
          <ac:grpSpMkLst>
            <pc:docMk/>
            <pc:sldMk cId="3072505994" sldId="302"/>
            <ac:grpSpMk id="6" creationId="{6002D339-9587-6893-8C61-69CDCCD81DC9}"/>
          </ac:grpSpMkLst>
        </pc:grpChg>
        <pc:grpChg chg="del">
          <ac:chgData name="shabilu hamisi" userId="23a8ef24152e94a8" providerId="LiveId" clId="{29F16741-6BAB-411C-8EC5-AFE329CAC43E}" dt="2026-05-20T17:41:17.086" v="4125" actId="478"/>
          <ac:grpSpMkLst>
            <pc:docMk/>
            <pc:sldMk cId="3072505994" sldId="302"/>
            <ac:grpSpMk id="11" creationId="{A24E73CF-C448-C247-A080-04E9E5ECDFE0}"/>
          </ac:grpSpMkLst>
        </pc:grpChg>
        <pc:picChg chg="add del mod">
          <ac:chgData name="shabilu hamisi" userId="23a8ef24152e94a8" providerId="LiveId" clId="{29F16741-6BAB-411C-8EC5-AFE329CAC43E}" dt="2026-05-20T17:29:00.997" v="4084" actId="478"/>
          <ac:picMkLst>
            <pc:docMk/>
            <pc:sldMk cId="3072505994" sldId="302"/>
            <ac:picMk id="4098" creationId="{ED42C032-34A9-EF59-38D4-DB8717390E97}"/>
          </ac:picMkLst>
        </pc:picChg>
        <pc:picChg chg="add del mod">
          <ac:chgData name="shabilu hamisi" userId="23a8ef24152e94a8" providerId="LiveId" clId="{29F16741-6BAB-411C-8EC5-AFE329CAC43E}" dt="2026-05-20T17:33:12.670" v="4097" actId="478"/>
          <ac:picMkLst>
            <pc:docMk/>
            <pc:sldMk cId="3072505994" sldId="302"/>
            <ac:picMk id="4100" creationId="{9EC08B37-B7D3-C80D-4F65-4E5484E9FDA4}"/>
          </ac:picMkLst>
        </pc:picChg>
        <pc:picChg chg="add mod">
          <ac:chgData name="shabilu hamisi" userId="23a8ef24152e94a8" providerId="LiveId" clId="{29F16741-6BAB-411C-8EC5-AFE329CAC43E}" dt="2026-05-20T17:41:23.716" v="4127" actId="14100"/>
          <ac:picMkLst>
            <pc:docMk/>
            <pc:sldMk cId="3072505994" sldId="302"/>
            <ac:picMk id="4102" creationId="{05BCF0D3-583D-9162-B77B-0003FCCD68D5}"/>
          </ac:picMkLst>
        </pc:picChg>
        <pc:picChg chg="add mod">
          <ac:chgData name="shabilu hamisi" userId="23a8ef24152e94a8" providerId="LiveId" clId="{29F16741-6BAB-411C-8EC5-AFE329CAC43E}" dt="2026-05-20T17:41:29.310" v="4129" actId="14100"/>
          <ac:picMkLst>
            <pc:docMk/>
            <pc:sldMk cId="3072505994" sldId="302"/>
            <ac:picMk id="4104" creationId="{1191824F-1C78-670F-1002-CECAEC6265C2}"/>
          </ac:picMkLst>
        </pc:picChg>
      </pc:sldChg>
      <pc:sldChg chg="addSp delSp modSp add">
        <pc:chgData name="shabilu hamisi" userId="23a8ef24152e94a8" providerId="LiveId" clId="{29F16741-6BAB-411C-8EC5-AFE329CAC43E}" dt="2026-05-20T17:46:37.838" v="4149" actId="478"/>
        <pc:sldMkLst>
          <pc:docMk/>
          <pc:sldMk cId="2391078459" sldId="303"/>
        </pc:sldMkLst>
        <pc:spChg chg="mod">
          <ac:chgData name="shabilu hamisi" userId="23a8ef24152e94a8" providerId="LiveId" clId="{29F16741-6BAB-411C-8EC5-AFE329CAC43E}" dt="2026-05-20T17:42:19.325" v="4133"/>
          <ac:spMkLst>
            <pc:docMk/>
            <pc:sldMk cId="2391078459" sldId="303"/>
            <ac:spMk id="15" creationId="{FA675AED-3577-E941-CD14-4D89C7D85399}"/>
          </ac:spMkLst>
        </pc:spChg>
        <pc:picChg chg="del">
          <ac:chgData name="shabilu hamisi" userId="23a8ef24152e94a8" providerId="LiveId" clId="{29F16741-6BAB-411C-8EC5-AFE329CAC43E}" dt="2026-05-20T17:41:51.319" v="4131" actId="478"/>
          <ac:picMkLst>
            <pc:docMk/>
            <pc:sldMk cId="2391078459" sldId="303"/>
            <ac:picMk id="4102" creationId="{BF0697A1-B20E-4464-01A4-A7BF61901941}"/>
          </ac:picMkLst>
        </pc:picChg>
        <pc:picChg chg="del">
          <ac:chgData name="shabilu hamisi" userId="23a8ef24152e94a8" providerId="LiveId" clId="{29F16741-6BAB-411C-8EC5-AFE329CAC43E}" dt="2026-05-20T17:41:54.022" v="4132" actId="478"/>
          <ac:picMkLst>
            <pc:docMk/>
            <pc:sldMk cId="2391078459" sldId="303"/>
            <ac:picMk id="4104" creationId="{A3DEA7E9-D8CE-FD96-26A3-8DEBDDAD5FF8}"/>
          </ac:picMkLst>
        </pc:picChg>
        <pc:picChg chg="add mod">
          <ac:chgData name="shabilu hamisi" userId="23a8ef24152e94a8" providerId="LiveId" clId="{29F16741-6BAB-411C-8EC5-AFE329CAC43E}" dt="2026-05-20T17:45:20.769" v="4143" actId="14100"/>
          <ac:picMkLst>
            <pc:docMk/>
            <pc:sldMk cId="2391078459" sldId="303"/>
            <ac:picMk id="5122" creationId="{8872D0C1-790F-4BE6-498F-71E9FDE2B927}"/>
          </ac:picMkLst>
        </pc:picChg>
        <pc:picChg chg="add del mod">
          <ac:chgData name="shabilu hamisi" userId="23a8ef24152e94a8" providerId="LiveId" clId="{29F16741-6BAB-411C-8EC5-AFE329CAC43E}" dt="2026-05-20T17:46:37.838" v="4149" actId="478"/>
          <ac:picMkLst>
            <pc:docMk/>
            <pc:sldMk cId="2391078459" sldId="303"/>
            <ac:picMk id="5124" creationId="{FC6033FD-E408-A64D-DA41-5D2B5951E0FA}"/>
          </ac:picMkLst>
        </pc:picChg>
      </pc:sldChg>
      <pc:sldChg chg="addSp delSp modSp add mod">
        <pc:chgData name="shabilu hamisi" userId="23a8ef24152e94a8" providerId="LiveId" clId="{29F16741-6BAB-411C-8EC5-AFE329CAC43E}" dt="2026-05-20T17:49:59.310" v="4161"/>
        <pc:sldMkLst>
          <pc:docMk/>
          <pc:sldMk cId="1357537297" sldId="304"/>
        </pc:sldMkLst>
        <pc:spChg chg="add del">
          <ac:chgData name="shabilu hamisi" userId="23a8ef24152e94a8" providerId="LiveId" clId="{29F16741-6BAB-411C-8EC5-AFE329CAC43E}" dt="2026-05-20T17:48:37.658" v="4154" actId="22"/>
          <ac:spMkLst>
            <pc:docMk/>
            <pc:sldMk cId="1357537297" sldId="304"/>
            <ac:spMk id="3" creationId="{B876D6A6-E2EA-6348-212A-208D715B10C4}"/>
          </ac:spMkLst>
        </pc:spChg>
        <pc:spChg chg="mod">
          <ac:chgData name="shabilu hamisi" userId="23a8ef24152e94a8" providerId="LiveId" clId="{29F16741-6BAB-411C-8EC5-AFE329CAC43E}" dt="2026-05-20T17:49:59.310" v="4161"/>
          <ac:spMkLst>
            <pc:docMk/>
            <pc:sldMk cId="1357537297" sldId="304"/>
            <ac:spMk id="15" creationId="{1A96774F-716D-E6F7-C318-EAD6374A7C3E}"/>
          </ac:spMkLst>
        </pc:spChg>
        <pc:picChg chg="del">
          <ac:chgData name="shabilu hamisi" userId="23a8ef24152e94a8" providerId="LiveId" clId="{29F16741-6BAB-411C-8EC5-AFE329CAC43E}" dt="2026-05-20T17:48:31.470" v="4151" actId="478"/>
          <ac:picMkLst>
            <pc:docMk/>
            <pc:sldMk cId="1357537297" sldId="304"/>
            <ac:picMk id="5122" creationId="{307B48F3-E675-9FB3-E612-08DC8A89954F}"/>
          </ac:picMkLst>
        </pc:picChg>
        <pc:picChg chg="del">
          <ac:chgData name="shabilu hamisi" userId="23a8ef24152e94a8" providerId="LiveId" clId="{29F16741-6BAB-411C-8EC5-AFE329CAC43E}" dt="2026-05-20T17:48:33.970" v="4152" actId="478"/>
          <ac:picMkLst>
            <pc:docMk/>
            <pc:sldMk cId="1357537297" sldId="304"/>
            <ac:picMk id="5124" creationId="{ACC89DE4-F81A-4A86-1FAC-E77DC036A81B}"/>
          </ac:picMkLst>
        </pc:picChg>
        <pc:picChg chg="add mod">
          <ac:chgData name="shabilu hamisi" userId="23a8ef24152e94a8" providerId="LiveId" clId="{29F16741-6BAB-411C-8EC5-AFE329CAC43E}" dt="2026-05-20T17:49:06.549" v="4160" actId="1076"/>
          <ac:picMkLst>
            <pc:docMk/>
            <pc:sldMk cId="1357537297" sldId="304"/>
            <ac:picMk id="6146" creationId="{98C4C970-FCCF-0C61-4280-55B02ECDDFB9}"/>
          </ac:picMkLst>
        </pc:picChg>
      </pc:sldChg>
      <pc:sldChg chg="addSp delSp modSp add mod">
        <pc:chgData name="shabilu hamisi" userId="23a8ef24152e94a8" providerId="LiveId" clId="{29F16741-6BAB-411C-8EC5-AFE329CAC43E}" dt="2026-05-20T18:28:34.318" v="4197" actId="1076"/>
        <pc:sldMkLst>
          <pc:docMk/>
          <pc:sldMk cId="4230288908" sldId="305"/>
        </pc:sldMkLst>
        <pc:spChg chg="add mod">
          <ac:chgData name="shabilu hamisi" userId="23a8ef24152e94a8" providerId="LiveId" clId="{29F16741-6BAB-411C-8EC5-AFE329CAC43E}" dt="2026-05-20T18:28:34.318" v="4197" actId="1076"/>
          <ac:spMkLst>
            <pc:docMk/>
            <pc:sldMk cId="4230288908" sldId="305"/>
            <ac:spMk id="3" creationId="{016FE59F-46F2-FD6E-4E1E-9409C859453A}"/>
          </ac:spMkLst>
        </pc:spChg>
        <pc:spChg chg="mod">
          <ac:chgData name="shabilu hamisi" userId="23a8ef24152e94a8" providerId="LiveId" clId="{29F16741-6BAB-411C-8EC5-AFE329CAC43E}" dt="2026-05-20T18:27:20.669" v="4178" actId="5793"/>
          <ac:spMkLst>
            <pc:docMk/>
            <pc:sldMk cId="4230288908" sldId="305"/>
            <ac:spMk id="15" creationId="{C9A4837B-5F2F-FDA9-E4A7-1CF651E08CAC}"/>
          </ac:spMkLst>
        </pc:spChg>
        <pc:spChg chg="mod">
          <ac:chgData name="shabilu hamisi" userId="23a8ef24152e94a8" providerId="LiveId" clId="{29F16741-6BAB-411C-8EC5-AFE329CAC43E}" dt="2026-05-20T18:26:09.634" v="4165"/>
          <ac:spMkLst>
            <pc:docMk/>
            <pc:sldMk cId="4230288908" sldId="305"/>
            <ac:spMk id="28" creationId="{A7EEA073-2958-6C57-D80A-2C3E8779A3D7}"/>
          </ac:spMkLst>
        </pc:spChg>
        <pc:picChg chg="del">
          <ac:chgData name="shabilu hamisi" userId="23a8ef24152e94a8" providerId="LiveId" clId="{29F16741-6BAB-411C-8EC5-AFE329CAC43E}" dt="2026-05-20T18:26:01.711" v="4163" actId="478"/>
          <ac:picMkLst>
            <pc:docMk/>
            <pc:sldMk cId="4230288908" sldId="305"/>
            <ac:picMk id="6146" creationId="{3B4E38CE-EE47-C871-21A7-0852AA5184CD}"/>
          </ac:picMkLst>
        </pc:picChg>
      </pc:sldChg>
      <pc:sldChg chg="delSp modSp add mod">
        <pc:chgData name="shabilu hamisi" userId="23a8ef24152e94a8" providerId="LiveId" clId="{29F16741-6BAB-411C-8EC5-AFE329CAC43E}" dt="2026-05-20T19:07:10.394" v="4348" actId="1076"/>
        <pc:sldMkLst>
          <pc:docMk/>
          <pc:sldMk cId="465310420" sldId="306"/>
        </pc:sldMkLst>
        <pc:spChg chg="mod">
          <ac:chgData name="shabilu hamisi" userId="23a8ef24152e94a8" providerId="LiveId" clId="{29F16741-6BAB-411C-8EC5-AFE329CAC43E}" dt="2026-05-20T19:07:10.394" v="4348" actId="1076"/>
          <ac:spMkLst>
            <pc:docMk/>
            <pc:sldMk cId="465310420" sldId="306"/>
            <ac:spMk id="3" creationId="{38C8DF2A-25BF-48F2-DCCD-4051586D945C}"/>
          </ac:spMkLst>
        </pc:spChg>
        <pc:spChg chg="del mod">
          <ac:chgData name="shabilu hamisi" userId="23a8ef24152e94a8" providerId="LiveId" clId="{29F16741-6BAB-411C-8EC5-AFE329CAC43E}" dt="2026-05-20T18:32:34.269" v="4200" actId="478"/>
          <ac:spMkLst>
            <pc:docMk/>
            <pc:sldMk cId="465310420" sldId="306"/>
            <ac:spMk id="15" creationId="{04A65DAC-69B0-E98B-F5F6-EBC01F43A80A}"/>
          </ac:spMkLst>
        </pc:spChg>
        <pc:spChg chg="del mod">
          <ac:chgData name="shabilu hamisi" userId="23a8ef24152e94a8" providerId="LiveId" clId="{29F16741-6BAB-411C-8EC5-AFE329CAC43E}" dt="2026-05-20T18:34:08.194" v="4212" actId="478"/>
          <ac:spMkLst>
            <pc:docMk/>
            <pc:sldMk cId="465310420" sldId="306"/>
            <ac:spMk id="28" creationId="{20BE70AB-9E01-F9A5-383D-594C58CE9F64}"/>
          </ac:spMkLst>
        </pc:spChg>
      </pc:sldChg>
      <pc:sldChg chg="addSp delSp modSp add mod">
        <pc:chgData name="shabilu hamisi" userId="23a8ef24152e94a8" providerId="LiveId" clId="{29F16741-6BAB-411C-8EC5-AFE329CAC43E}" dt="2026-05-20T18:46:55.634" v="4251" actId="732"/>
        <pc:sldMkLst>
          <pc:docMk/>
          <pc:sldMk cId="3913944774" sldId="307"/>
        </pc:sldMkLst>
        <pc:spChg chg="del">
          <ac:chgData name="shabilu hamisi" userId="23a8ef24152e94a8" providerId="LiveId" clId="{29F16741-6BAB-411C-8EC5-AFE329CAC43E}" dt="2026-05-20T18:35:23.383" v="4215" actId="478"/>
          <ac:spMkLst>
            <pc:docMk/>
            <pc:sldMk cId="3913944774" sldId="307"/>
            <ac:spMk id="3" creationId="{B501ABFE-56BC-7D62-5438-DE543ED7CAC7}"/>
          </ac:spMkLst>
        </pc:spChg>
        <pc:spChg chg="add mod">
          <ac:chgData name="shabilu hamisi" userId="23a8ef24152e94a8" providerId="LiveId" clId="{29F16741-6BAB-411C-8EC5-AFE329CAC43E}" dt="2026-05-20T18:45:16.124" v="4244" actId="1076"/>
          <ac:spMkLst>
            <pc:docMk/>
            <pc:sldMk cId="3913944774" sldId="307"/>
            <ac:spMk id="4" creationId="{F055B8F1-A059-9ED4-D435-5A4EBA550F5F}"/>
          </ac:spMkLst>
        </pc:spChg>
        <pc:picChg chg="add mod">
          <ac:chgData name="shabilu hamisi" userId="23a8ef24152e94a8" providerId="LiveId" clId="{29F16741-6BAB-411C-8EC5-AFE329CAC43E}" dt="2026-05-20T18:46:55.634" v="4251" actId="732"/>
          <ac:picMkLst>
            <pc:docMk/>
            <pc:sldMk cId="3913944774" sldId="307"/>
            <ac:picMk id="7170" creationId="{C3D76038-545C-4616-9C0A-D24674417356}"/>
          </ac:picMkLst>
        </pc:picChg>
      </pc:sldChg>
      <pc:sldChg chg="add del">
        <pc:chgData name="shabilu hamisi" userId="23a8ef24152e94a8" providerId="LiveId" clId="{29F16741-6BAB-411C-8EC5-AFE329CAC43E}" dt="2026-05-20T18:50:04.386" v="4253" actId="2890"/>
        <pc:sldMkLst>
          <pc:docMk/>
          <pc:sldMk cId="494746063" sldId="308"/>
        </pc:sldMkLst>
      </pc:sldChg>
      <pc:sldChg chg="addSp delSp modSp add mod">
        <pc:chgData name="shabilu hamisi" userId="23a8ef24152e94a8" providerId="LiveId" clId="{29F16741-6BAB-411C-8EC5-AFE329CAC43E}" dt="2026-05-20T18:53:07.032" v="4286" actId="20577"/>
        <pc:sldMkLst>
          <pc:docMk/>
          <pc:sldMk cId="2317538819" sldId="308"/>
        </pc:sldMkLst>
        <pc:spChg chg="add mod">
          <ac:chgData name="shabilu hamisi" userId="23a8ef24152e94a8" providerId="LiveId" clId="{29F16741-6BAB-411C-8EC5-AFE329CAC43E}" dt="2026-05-20T18:52:39.264" v="4278" actId="20577"/>
          <ac:spMkLst>
            <pc:docMk/>
            <pc:sldMk cId="2317538819" sldId="308"/>
            <ac:spMk id="3" creationId="{33BF1D02-F8C1-E861-C823-4889E4322081}"/>
          </ac:spMkLst>
        </pc:spChg>
        <pc:spChg chg="add mod">
          <ac:chgData name="shabilu hamisi" userId="23a8ef24152e94a8" providerId="LiveId" clId="{29F16741-6BAB-411C-8EC5-AFE329CAC43E}" dt="2026-05-20T18:53:07.032" v="4286" actId="20577"/>
          <ac:spMkLst>
            <pc:docMk/>
            <pc:sldMk cId="2317538819" sldId="308"/>
            <ac:spMk id="5" creationId="{0E6B135D-B869-7A1F-04BF-47757B818C44}"/>
          </ac:spMkLst>
        </pc:spChg>
        <pc:picChg chg="del">
          <ac:chgData name="shabilu hamisi" userId="23a8ef24152e94a8" providerId="LiveId" clId="{29F16741-6BAB-411C-8EC5-AFE329CAC43E}" dt="2026-05-20T18:50:14.835" v="4255" actId="478"/>
          <ac:picMkLst>
            <pc:docMk/>
            <pc:sldMk cId="2317538819" sldId="308"/>
            <ac:picMk id="7170" creationId="{0A324152-C434-CB7A-15B3-DDF289AF1CFA}"/>
          </ac:picMkLst>
        </pc:picChg>
      </pc:sldChg>
      <pc:sldChg chg="addSp delSp modSp add mod">
        <pc:chgData name="shabilu hamisi" userId="23a8ef24152e94a8" providerId="LiveId" clId="{29F16741-6BAB-411C-8EC5-AFE329CAC43E}" dt="2026-05-20T19:06:25.847" v="4346" actId="113"/>
        <pc:sldMkLst>
          <pc:docMk/>
          <pc:sldMk cId="3661392473" sldId="309"/>
        </pc:sldMkLst>
        <pc:spChg chg="add mod">
          <ac:chgData name="shabilu hamisi" userId="23a8ef24152e94a8" providerId="LiveId" clId="{29F16741-6BAB-411C-8EC5-AFE329CAC43E}" dt="2026-05-20T19:06:25.847" v="4346" actId="113"/>
          <ac:spMkLst>
            <pc:docMk/>
            <pc:sldMk cId="3661392473" sldId="309"/>
            <ac:spMk id="3" creationId="{705C03D3-D18F-E752-6D04-0D357533B038}"/>
          </ac:spMkLst>
        </pc:spChg>
        <pc:spChg chg="mod">
          <ac:chgData name="shabilu hamisi" userId="23a8ef24152e94a8" providerId="LiveId" clId="{29F16741-6BAB-411C-8EC5-AFE329CAC43E}" dt="2026-05-20T19:05:44.720" v="4334"/>
          <ac:spMkLst>
            <pc:docMk/>
            <pc:sldMk cId="3661392473" sldId="309"/>
            <ac:spMk id="28" creationId="{91085889-3E55-EFB5-74C5-66ACF7EB98D1}"/>
          </ac:spMkLst>
        </pc:spChg>
        <pc:picChg chg="del">
          <ac:chgData name="shabilu hamisi" userId="23a8ef24152e94a8" providerId="LiveId" clId="{29F16741-6BAB-411C-8EC5-AFE329CAC43E}" dt="2026-05-20T19:05:14.281" v="4331" actId="478"/>
          <ac:picMkLst>
            <pc:docMk/>
            <pc:sldMk cId="3661392473" sldId="309"/>
            <ac:picMk id="18" creationId="{1A7B3CBD-3CEC-8467-2AA6-F8B3C8A05DE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6174B-89FF-4B82-AD1F-6F91283FA966}" type="datetimeFigureOut">
              <a:rPr lang="en-US" smtClean="0"/>
              <a:t>2026-05-20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19283-9B2D-4B85-931A-342AFB2E4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07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Bullet 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9283-9B2D-4B85-931A-342AFB2E4C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8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98D6F7AB-E393-A76C-635C-1317F7006A03}"/>
              </a:ext>
            </a:extLst>
          </p:cNvPr>
          <p:cNvSpPr txBox="1"/>
          <p:nvPr/>
        </p:nvSpPr>
        <p:spPr>
          <a:xfrm>
            <a:off x="3072483" y="544473"/>
            <a:ext cx="1169501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endParaRPr lang="en-US" sz="2400" b="1" dirty="0">
              <a:solidFill>
                <a:srgbClr val="1F2020"/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algn="ctr" rtl="0">
              <a:buNone/>
            </a:pPr>
            <a:r>
              <a:rPr lang="en-US" sz="2400" b="1" i="0" u="none" strike="noStrike" dirty="0">
                <a:solidFill>
                  <a:srgbClr val="1F2020"/>
                </a:solidFill>
                <a:effectLst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DAR ES SALAAM INSTITUTE OF TECHNOLOGY</a:t>
            </a:r>
            <a:endParaRPr lang="en-US" sz="2400" b="0" dirty="0">
              <a:effectLst/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2400" b="0" dirty="0">
              <a:effectLst/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algn="ctr" rtl="0">
              <a:buNone/>
            </a:pPr>
            <a:r>
              <a:rPr lang="en-US" sz="2400" b="1" i="0" u="none" strike="noStrike" dirty="0">
                <a:solidFill>
                  <a:srgbClr val="1F2020"/>
                </a:solidFill>
                <a:effectLst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DEPARTMENT OF COMPUTER STUDIES</a:t>
            </a:r>
            <a:endParaRPr lang="en-US" sz="2400" b="0" dirty="0">
              <a:effectLst/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2400" b="0" dirty="0">
              <a:effectLst/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algn="ctr" rtl="0">
              <a:buNone/>
            </a:pPr>
            <a:r>
              <a:rPr lang="en-US" sz="2400" b="1" i="0" u="none" strike="noStrike" dirty="0">
                <a:solidFill>
                  <a:srgbClr val="1F2020"/>
                </a:solidFill>
                <a:effectLst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BACHELOR OF ENGINEERING IN COMPUTER ENGINERING</a:t>
            </a:r>
          </a:p>
          <a:p>
            <a:pPr algn="ctr" rtl="0">
              <a:buNone/>
            </a:pPr>
            <a:endParaRPr lang="en-US" sz="2400" b="0" dirty="0">
              <a:effectLst/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3">
            <a:extLst>
              <a:ext uri="{FF2B5EF4-FFF2-40B4-BE49-F238E27FC236}">
                <a16:creationId xmlns:a16="http://schemas.microsoft.com/office/drawing/2014/main" id="{1FC16F1D-A3D7-E364-CB9C-C816899E33C9}"/>
              </a:ext>
            </a:extLst>
          </p:cNvPr>
          <p:cNvGrpSpPr/>
          <p:nvPr/>
        </p:nvGrpSpPr>
        <p:grpSpPr>
          <a:xfrm>
            <a:off x="2666864" y="-5741670"/>
            <a:ext cx="12210043" cy="14236777"/>
            <a:chOff x="-236706" y="-38100"/>
            <a:chExt cx="2067526" cy="1986007"/>
          </a:xfrm>
        </p:grpSpPr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EAF4C900-E47C-B4FE-FD18-7C6E3F854A67}"/>
                </a:ext>
              </a:extLst>
            </p:cNvPr>
            <p:cNvSpPr/>
            <p:nvPr/>
          </p:nvSpPr>
          <p:spPr>
            <a:xfrm>
              <a:off x="-236706" y="1364505"/>
              <a:ext cx="1869435" cy="583402"/>
            </a:xfrm>
            <a:custGeom>
              <a:avLst/>
              <a:gdLst/>
              <a:ahLst/>
              <a:cxnLst/>
              <a:rect l="l" t="t" r="r" b="b"/>
              <a:pathLst>
                <a:path w="1830820" h="600645">
                  <a:moveTo>
                    <a:pt x="56800" y="0"/>
                  </a:moveTo>
                  <a:lnTo>
                    <a:pt x="1774020" y="0"/>
                  </a:lnTo>
                  <a:cubicBezTo>
                    <a:pt x="1805390" y="0"/>
                    <a:pt x="1830820" y="25430"/>
                    <a:pt x="1830820" y="56800"/>
                  </a:cubicBezTo>
                  <a:lnTo>
                    <a:pt x="1830820" y="543845"/>
                  </a:lnTo>
                  <a:cubicBezTo>
                    <a:pt x="1830820" y="575215"/>
                    <a:pt x="1805390" y="600645"/>
                    <a:pt x="1774020" y="600645"/>
                  </a:cubicBezTo>
                  <a:lnTo>
                    <a:pt x="56800" y="600645"/>
                  </a:lnTo>
                  <a:cubicBezTo>
                    <a:pt x="25430" y="600645"/>
                    <a:pt x="0" y="575215"/>
                    <a:pt x="0" y="543845"/>
                  </a:cubicBezTo>
                  <a:lnTo>
                    <a:pt x="0" y="56800"/>
                  </a:lnTo>
                  <a:cubicBezTo>
                    <a:pt x="0" y="25430"/>
                    <a:pt x="25430" y="0"/>
                    <a:pt x="56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474646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TextBox 15">
              <a:extLst>
                <a:ext uri="{FF2B5EF4-FFF2-40B4-BE49-F238E27FC236}">
                  <a16:creationId xmlns:a16="http://schemas.microsoft.com/office/drawing/2014/main" id="{DBC1FDF4-AFF4-F147-0A11-291057A4D206}"/>
                </a:ext>
              </a:extLst>
            </p:cNvPr>
            <p:cNvSpPr txBox="1"/>
            <p:nvPr/>
          </p:nvSpPr>
          <p:spPr>
            <a:xfrm>
              <a:off x="0" y="-38100"/>
              <a:ext cx="1830820" cy="638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0EB9F6C-1875-4C81-BB43-47D04F157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973073"/>
              </p:ext>
            </p:extLst>
          </p:nvPr>
        </p:nvGraphicFramePr>
        <p:xfrm>
          <a:off x="2886222" y="4510070"/>
          <a:ext cx="10984115" cy="37576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5918">
                  <a:extLst>
                    <a:ext uri="{9D8B030D-6E8A-4147-A177-3AD203B41FA5}">
                      <a16:colId xmlns:a16="http://schemas.microsoft.com/office/drawing/2014/main" val="1062652819"/>
                    </a:ext>
                  </a:extLst>
                </a:gridCol>
                <a:gridCol w="8218197">
                  <a:extLst>
                    <a:ext uri="{9D8B030D-6E8A-4147-A177-3AD203B41FA5}">
                      <a16:colId xmlns:a16="http://schemas.microsoft.com/office/drawing/2014/main" val="1294399370"/>
                    </a:ext>
                  </a:extLst>
                </a:gridCol>
              </a:tblGrid>
              <a:tr h="1092668">
                <a:tc>
                  <a:txBody>
                    <a:bodyPr/>
                    <a:lstStyle/>
                    <a:p>
                      <a:r>
                        <a:rPr lang="en-US" sz="2000" b="1" u="none" strike="noStrike" dirty="0">
                          <a:solidFill>
                            <a:srgbClr val="1F20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TITLE:                 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1F202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</a:t>
                      </a:r>
                      <a:r>
                        <a:rPr lang="en-US" sz="2000" b="1" u="none" strike="noStrike" dirty="0">
                          <a:solidFill>
                            <a:srgbClr val="1F20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 CLOUD-BASED HOTSPOT MANAGEMENT AND 	BILLING SYSTEM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923829"/>
                  </a:ext>
                </a:extLst>
              </a:tr>
              <a:tr h="761556">
                <a:tc>
                  <a:txBody>
                    <a:bodyPr/>
                    <a:lstStyle/>
                    <a:p>
                      <a:r>
                        <a:rPr lang="en-US" sz="2000" b="1" u="none" strike="noStrike" dirty="0">
                          <a:solidFill>
                            <a:srgbClr val="1F20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 STUDY:                    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AREA (KARUME MARKET)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629032"/>
                  </a:ext>
                </a:extLst>
              </a:tr>
              <a:tr h="475851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STUDENT’S NAME: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u="none" strike="noStrike" dirty="0">
                          <a:solidFill>
                            <a:srgbClr val="1F20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Nunito"/>
                        </a:rPr>
                        <a:t>SHABILU ALLY HAMISI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462055"/>
                  </a:ext>
                </a:extLst>
              </a:tr>
              <a:tr h="475851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SUPERVISOR NAME: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u="none" strike="noStrike" dirty="0">
                          <a:solidFill>
                            <a:srgbClr val="1F20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MR. NOEL MAGANGA</a:t>
                      </a:r>
                      <a:endParaRPr lang="en-US" sz="2000" b="1" i="0" u="none" strike="noStrike" dirty="0">
                        <a:solidFill>
                          <a:srgbClr val="1F2020"/>
                        </a:solidFill>
                        <a:effectLst/>
                        <a:latin typeface="Times New Roman" panose="02020603050405020304" pitchFamily="18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522627"/>
                  </a:ext>
                </a:extLst>
              </a:tr>
              <a:tr h="475851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REGISTRATION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u="none" strike="noStrike" dirty="0">
                          <a:solidFill>
                            <a:srgbClr val="1F20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220242427383</a:t>
                      </a:r>
                      <a:endParaRPr lang="en-US" sz="2000" b="1" i="0" u="none" strike="noStrike" dirty="0">
                        <a:solidFill>
                          <a:srgbClr val="1F2020"/>
                        </a:solidFill>
                        <a:effectLst/>
                        <a:latin typeface="Times New Roman" panose="02020603050405020304" pitchFamily="18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301741"/>
                  </a:ext>
                </a:extLst>
              </a:tr>
              <a:tr h="475851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1F202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DATE: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20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may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28704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085116" y="1184098"/>
            <a:ext cx="10117768" cy="90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BACKGROUND OF THE STUDY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8AFACA-9297-932B-D0ED-C5839CB1594D}"/>
              </a:ext>
            </a:extLst>
          </p:cNvPr>
          <p:cNvSpPr txBox="1"/>
          <p:nvPr/>
        </p:nvSpPr>
        <p:spPr>
          <a:xfrm>
            <a:off x="2743200" y="2742636"/>
            <a:ext cx="132588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Internet access is essential in </a:t>
            </a:r>
            <a:r>
              <a:rPr lang="en-US" sz="3200" dirty="0" err="1"/>
              <a:t>karume</a:t>
            </a:r>
            <a:r>
              <a:rPr lang="en-US" sz="3200" dirty="0"/>
              <a:t> marketplaces for business, communication, and mobile money services.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Hotspot providers may operate multiple routers in different areas, but most routers are managed separately.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Lack of centralized multi-router management makes it hard to monitor router availability, connected users  and  payments.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Manual billing through cash, vouchers, or manual mobile money confirmation causes delays, errors, and poor revenue tracking.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This project developed a </a:t>
            </a:r>
            <a:r>
              <a:rPr lang="en-US" sz="3200" b="1" dirty="0"/>
              <a:t>cloud-based multi-router hotspot management and billing system</a:t>
            </a:r>
            <a:r>
              <a:rPr lang="en-US" sz="3200" dirty="0"/>
              <a:t> for centralized router monitoring, captive portal access, automated billing, alerts, and reporting.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/>
          <p:cNvSpPr txBox="1"/>
          <p:nvPr/>
        </p:nvSpPr>
        <p:spPr>
          <a:xfrm>
            <a:off x="4870599" y="1287604"/>
            <a:ext cx="8546802" cy="97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40"/>
              </a:lnSpc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PROBLEM STATEMENT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B2697F5F-C00A-4DB5-5BA2-190C2C107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56379A73-E332-A17B-B07F-BE3F5D5C2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8933" y="2885101"/>
            <a:ext cx="136398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Marketplace hotspot services are often unreliable and difficult to monitor.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billing causes payment delays, errors, and poor revenue tracking.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Hotspot routers are managed separately, making multi-router control difficult.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Shared passwords and manual access control reduce security.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expansion is difficult without centralized management.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cloud-based system is needed to manage users, billing, routers, alerts, and reports efficiently.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5826897" y="2754454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4113691" y="3109335"/>
            <a:ext cx="11125200" cy="2618429"/>
            <a:chOff x="0" y="0"/>
            <a:chExt cx="1919822" cy="8301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19822" cy="830112"/>
            </a:xfrm>
            <a:custGeom>
              <a:avLst/>
              <a:gdLst/>
              <a:ahLst/>
              <a:cxnLst/>
              <a:rect l="l" t="t" r="r" b="b"/>
              <a:pathLst>
                <a:path w="1919822" h="830112">
                  <a:moveTo>
                    <a:pt x="54167" y="0"/>
                  </a:moveTo>
                  <a:lnTo>
                    <a:pt x="1865655" y="0"/>
                  </a:lnTo>
                  <a:cubicBezTo>
                    <a:pt x="1895570" y="0"/>
                    <a:pt x="1919822" y="24251"/>
                    <a:pt x="1919822" y="54167"/>
                  </a:cubicBezTo>
                  <a:lnTo>
                    <a:pt x="1919822" y="775945"/>
                  </a:lnTo>
                  <a:cubicBezTo>
                    <a:pt x="1919822" y="790311"/>
                    <a:pt x="1914115" y="804088"/>
                    <a:pt x="1903956" y="814247"/>
                  </a:cubicBezTo>
                  <a:cubicBezTo>
                    <a:pt x="1893798" y="824405"/>
                    <a:pt x="1880021" y="830112"/>
                    <a:pt x="1865655" y="830112"/>
                  </a:cubicBezTo>
                  <a:lnTo>
                    <a:pt x="54167" y="830112"/>
                  </a:lnTo>
                  <a:cubicBezTo>
                    <a:pt x="39801" y="830112"/>
                    <a:pt x="26023" y="824405"/>
                    <a:pt x="15865" y="814247"/>
                  </a:cubicBezTo>
                  <a:cubicBezTo>
                    <a:pt x="5707" y="804088"/>
                    <a:pt x="0" y="790311"/>
                    <a:pt x="0" y="775945"/>
                  </a:cubicBezTo>
                  <a:lnTo>
                    <a:pt x="0" y="54167"/>
                  </a:lnTo>
                  <a:cubicBezTo>
                    <a:pt x="0" y="39801"/>
                    <a:pt x="5707" y="26023"/>
                    <a:pt x="15865" y="15865"/>
                  </a:cubicBezTo>
                  <a:cubicBezTo>
                    <a:pt x="26023" y="5707"/>
                    <a:pt x="39801" y="0"/>
                    <a:pt x="541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474646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919822" cy="868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870599" y="1896683"/>
            <a:ext cx="8546802" cy="746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6600" b="1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MAIN OBJECTIVE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95800" y="3587293"/>
            <a:ext cx="10439399" cy="2014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08"/>
              </a:lnSpc>
            </a:pPr>
            <a: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To Develop a cloud-based hotspot billing and management system.</a:t>
            </a:r>
          </a:p>
          <a:p>
            <a:pPr algn="l">
              <a:lnSpc>
                <a:spcPts val="5308"/>
              </a:lnSpc>
            </a:pPr>
            <a:endParaRPr lang="en-US" sz="4400" dirty="0">
              <a:solidFill>
                <a:srgbClr val="000000"/>
              </a:solidFill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085116" y="1249504"/>
            <a:ext cx="10117768" cy="1255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6600" b="1" dirty="0">
                <a:solidFill>
                  <a:srgbClr val="000000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SPECIFIC OBJECTIVE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86815FCE-8A11-FA50-1BD1-57410E565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834" y="2706624"/>
            <a:ext cx="1068016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a captive portal billing module integrated with mobile money payment platforms.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 cloud-based architecture for centralized management of multiple Wi-Fi hotspot routers.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a router monitoring module for reporting router availability to the cloud server.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/>
          <p:nvPr/>
        </p:nvSpPr>
        <p:spPr>
          <a:xfrm>
            <a:off x="3040995" y="3082239"/>
            <a:ext cx="2550037" cy="290211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4870598" y="2051303"/>
            <a:ext cx="8546802" cy="785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SIGNIFICANCE OF THE STUDY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D5F2B95E-6212-D9A0-76F8-77DAABBE3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359238"/>
            <a:ext cx="1544507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manual work in billing, access control, and router monitoring.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centralized management of multiple hotspot routers and users.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convenient self-service Internet purchase and renewal through mobile money.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service reliability through router availability monitoring.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scalable hotspot deployment across different locations.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BCD735-063F-7617-1BF7-661513B28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>
            <a:extLst>
              <a:ext uri="{FF2B5EF4-FFF2-40B4-BE49-F238E27FC236}">
                <a16:creationId xmlns:a16="http://schemas.microsoft.com/office/drawing/2014/main" id="{AF85C357-832C-FC88-5370-B8778CCB6F88}"/>
              </a:ext>
            </a:extLst>
          </p:cNvPr>
          <p:cNvSpPr txBox="1"/>
          <p:nvPr/>
        </p:nvSpPr>
        <p:spPr>
          <a:xfrm>
            <a:off x="3040995" y="3082239"/>
            <a:ext cx="2550037" cy="290211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2C1D1AAE-89B0-A07C-3F5B-C30063D23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163140"/>
            <a:ext cx="15445074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/>
              <a:t>SCOPE OF THE PROJECT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Development of a cloud-based hotspot management and billing system.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Centralized management of multiple Wi-Fi hotspot routers.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Captive portal for user authentication, plan selection, and Internet access control.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Billing module with mobile money payment support.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Router monitoring module for reporting router availability.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Reports for users, payments, routers, sessions, and service performance. </a:t>
            </a:r>
          </a:p>
          <a:p>
            <a:r>
              <a:rPr lang="en-US" sz="3600" b="1" dirty="0"/>
              <a:t>Project Limits: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project does not cover full ISP infrastructure, physical marketplace-wide deployment, advanced ISP-level bandwidth optimization, or full production mobile money API integration during prototype testing.</a:t>
            </a:r>
          </a:p>
        </p:txBody>
      </p:sp>
    </p:spTree>
    <p:extLst>
      <p:ext uri="{BB962C8B-B14F-4D97-AF65-F5344CB8AC3E}">
        <p14:creationId xmlns:p14="http://schemas.microsoft.com/office/powerpoint/2010/main" val="1410822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C04AD6-3B62-A059-B4FC-A80B5A5AB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C2EF8EB-A13C-B644-08E1-4B3CD19BC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373434"/>
              </p:ext>
            </p:extLst>
          </p:nvPr>
        </p:nvGraphicFramePr>
        <p:xfrm>
          <a:off x="4495800" y="2150727"/>
          <a:ext cx="8858250" cy="623182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952750">
                  <a:extLst>
                    <a:ext uri="{9D8B030D-6E8A-4147-A177-3AD203B41FA5}">
                      <a16:colId xmlns:a16="http://schemas.microsoft.com/office/drawing/2014/main" val="3008707225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346343849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1540242060"/>
                    </a:ext>
                  </a:extLst>
                </a:gridCol>
              </a:tblGrid>
              <a:tr h="345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Area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1929814532"/>
                  </a:ext>
                </a:extLst>
              </a:tr>
              <a:tr h="2659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Wiederkehr (2009)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Hotspot Authentication &amp; Security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Discussed hotspot login mechanisms </a:t>
                      </a:r>
                      <a:b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Introduced AAA (Authentication, Authorization, Accounting) framework </a:t>
                      </a:r>
                      <a:b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Compared captive portal vs 802.1X/EAP security models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3537368631"/>
                  </a:ext>
                </a:extLst>
              </a:tr>
              <a:tr h="2370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Owoh (2024)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Usage-Based Billing Using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MikroTik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Developed system to track user data consumption </a:t>
                      </a:r>
                      <a:b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Integrated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MikroTik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RouterOS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backend system </a:t>
                      </a:r>
                      <a:b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Generated billing reports based on usage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781410856"/>
                  </a:ext>
                </a:extLst>
              </a:tr>
            </a:tbl>
          </a:graphicData>
        </a:graphic>
      </p:graphicFrame>
      <p:sp>
        <p:nvSpPr>
          <p:cNvPr id="20" name="Rectangle 1">
            <a:extLst>
              <a:ext uri="{FF2B5EF4-FFF2-40B4-BE49-F238E27FC236}">
                <a16:creationId xmlns:a16="http://schemas.microsoft.com/office/drawing/2014/main" id="{987DBE52-80C6-944F-7268-63E80D18A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3900" y="1446880"/>
            <a:ext cx="9220200" cy="623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Summary of Previous Studies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C5C5097D-3050-C0AB-5E79-302BF522CA2C}"/>
              </a:ext>
            </a:extLst>
          </p:cNvPr>
          <p:cNvSpPr txBox="1"/>
          <p:nvPr/>
        </p:nvSpPr>
        <p:spPr>
          <a:xfrm>
            <a:off x="4870599" y="402494"/>
            <a:ext cx="8546802" cy="79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4700" b="1" dirty="0">
              <a:solidFill>
                <a:srgbClr val="000000"/>
              </a:solidFill>
              <a:latin typeface="Times New Roman" panose="02020603050405020304" pitchFamily="18" charset="0"/>
              <a:ea typeface="Proxima Nova Bold"/>
              <a:cs typeface="Times New Roman" panose="02020603050405020304" pitchFamily="18" charset="0"/>
              <a:sym typeface="Proxima Nova Bold"/>
            </a:endParaRPr>
          </a:p>
        </p:txBody>
      </p:sp>
    </p:spTree>
    <p:extLst>
      <p:ext uri="{BB962C8B-B14F-4D97-AF65-F5344CB8AC3E}">
        <p14:creationId xmlns:p14="http://schemas.microsoft.com/office/powerpoint/2010/main" val="849219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B6556-063A-DF26-B2C0-3D34E98F1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>
            <a:extLst>
              <a:ext uri="{FF2B5EF4-FFF2-40B4-BE49-F238E27FC236}">
                <a16:creationId xmlns:a16="http://schemas.microsoft.com/office/drawing/2014/main" id="{6F1FBF6F-FAB6-482F-B100-64C2888B2E0A}"/>
              </a:ext>
            </a:extLst>
          </p:cNvPr>
          <p:cNvSpPr txBox="1"/>
          <p:nvPr/>
        </p:nvSpPr>
        <p:spPr>
          <a:xfrm>
            <a:off x="3279273" y="2027992"/>
            <a:ext cx="11911589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Local Hotspot System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6DE8F6-6BE4-B194-70B4-A844FE9A126B}"/>
              </a:ext>
            </a:extLst>
          </p:cNvPr>
          <p:cNvSpPr txBox="1"/>
          <p:nvPr/>
        </p:nvSpPr>
        <p:spPr>
          <a:xfrm>
            <a:off x="3279273" y="3015021"/>
            <a:ext cx="1300466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routers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Wi-Fi passwords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voucher systems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or manual mobile money payments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monitoring</a:t>
            </a:r>
          </a:p>
        </p:txBody>
      </p:sp>
    </p:spTree>
    <p:extLst>
      <p:ext uri="{BB962C8B-B14F-4D97-AF65-F5344CB8AC3E}">
        <p14:creationId xmlns:p14="http://schemas.microsoft.com/office/powerpoint/2010/main" val="1774982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8E389C-CF71-5288-233C-DEF510B45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9C1343C-B810-5A61-B4C2-C04EF4E75AD1}"/>
              </a:ext>
            </a:extLst>
          </p:cNvPr>
          <p:cNvSpPr txBox="1"/>
          <p:nvPr/>
        </p:nvSpPr>
        <p:spPr>
          <a:xfrm>
            <a:off x="3543300" y="1204252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OF EXISTING SYSTEM</a:t>
            </a:r>
          </a:p>
        </p:txBody>
      </p:sp>
      <p:pic>
        <p:nvPicPr>
          <p:cNvPr id="16" name="image2.png">
            <a:extLst>
              <a:ext uri="{FF2B5EF4-FFF2-40B4-BE49-F238E27FC236}">
                <a16:creationId xmlns:a16="http://schemas.microsoft.com/office/drawing/2014/main" id="{C8F60C01-17DC-263E-CAE9-C422F5DFAC8A}"/>
              </a:ext>
            </a:extLst>
          </p:cNvPr>
          <p:cNvPicPr/>
          <p:nvPr/>
        </p:nvPicPr>
        <p:blipFill>
          <a:blip r:embed="rId2"/>
          <a:srcRect l="13768" r="13768"/>
          <a:stretch>
            <a:fillRect/>
          </a:stretch>
        </p:blipFill>
        <p:spPr>
          <a:xfrm>
            <a:off x="3543300" y="2095500"/>
            <a:ext cx="11201400" cy="698724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699931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31BD8-0DFE-7AA3-5855-43369330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>
            <a:extLst>
              <a:ext uri="{FF2B5EF4-FFF2-40B4-BE49-F238E27FC236}">
                <a16:creationId xmlns:a16="http://schemas.microsoft.com/office/drawing/2014/main" id="{04AC13F2-157C-B4D4-5FE4-B4C9EDF84F4C}"/>
              </a:ext>
            </a:extLst>
          </p:cNvPr>
          <p:cNvSpPr txBox="1"/>
          <p:nvPr/>
        </p:nvSpPr>
        <p:spPr>
          <a:xfrm>
            <a:off x="2590800" y="2110780"/>
            <a:ext cx="1191158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in Existing System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65A501-211C-AF11-0480-5334DC8B5395}"/>
              </a:ext>
            </a:extLst>
          </p:cNvPr>
          <p:cNvSpPr txBox="1"/>
          <p:nvPr/>
        </p:nvSpPr>
        <p:spPr>
          <a:xfrm>
            <a:off x="3294513" y="3739189"/>
            <a:ext cx="11506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security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control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payment verification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monitoring</a:t>
            </a:r>
          </a:p>
        </p:txBody>
      </p:sp>
    </p:spTree>
    <p:extLst>
      <p:ext uri="{BB962C8B-B14F-4D97-AF65-F5344CB8AC3E}">
        <p14:creationId xmlns:p14="http://schemas.microsoft.com/office/powerpoint/2010/main" val="4095440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9D349-A105-4567-4D15-5D857B39A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>
            <a:extLst>
              <a:ext uri="{FF2B5EF4-FFF2-40B4-BE49-F238E27FC236}">
                <a16:creationId xmlns:a16="http://schemas.microsoft.com/office/drawing/2014/main" id="{8C267FBE-A22B-2A5D-458A-BD9934912BE8}"/>
              </a:ext>
            </a:extLst>
          </p:cNvPr>
          <p:cNvSpPr txBox="1"/>
          <p:nvPr/>
        </p:nvSpPr>
        <p:spPr>
          <a:xfrm>
            <a:off x="3124200" y="2063559"/>
            <a:ext cx="117348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CLOUD-BASED SYSTEM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CD150FD0-4CFF-3646-D298-75EB09984034}"/>
              </a:ext>
            </a:extLst>
          </p:cNvPr>
          <p:cNvSpPr txBox="1"/>
          <p:nvPr/>
        </p:nvSpPr>
        <p:spPr>
          <a:xfrm>
            <a:off x="2496085" y="2432891"/>
            <a:ext cx="13825256" cy="621393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057B93-71FA-3667-87D3-7FF70EB386A2}"/>
              </a:ext>
            </a:extLst>
          </p:cNvPr>
          <p:cNvSpPr txBox="1"/>
          <p:nvPr/>
        </p:nvSpPr>
        <p:spPr>
          <a:xfrm>
            <a:off x="2917292" y="3019841"/>
            <a:ext cx="1289210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authentication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billing system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money integration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monitoring module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Multi-location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2669615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00CF44-B857-0690-F46E-B9EEA359C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>
            <a:extLst>
              <a:ext uri="{FF2B5EF4-FFF2-40B4-BE49-F238E27FC236}">
                <a16:creationId xmlns:a16="http://schemas.microsoft.com/office/drawing/2014/main" id="{617B79AE-6C38-7A3B-110A-A9F3C485A1FD}"/>
              </a:ext>
            </a:extLst>
          </p:cNvPr>
          <p:cNvSpPr txBox="1"/>
          <p:nvPr/>
        </p:nvSpPr>
        <p:spPr>
          <a:xfrm>
            <a:off x="3429000" y="1053525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OF PROPOSED SYSTEM</a:t>
            </a:r>
          </a:p>
        </p:txBody>
      </p:sp>
      <p:pic>
        <p:nvPicPr>
          <p:cNvPr id="14" name="image4.png">
            <a:extLst>
              <a:ext uri="{FF2B5EF4-FFF2-40B4-BE49-F238E27FC236}">
                <a16:creationId xmlns:a16="http://schemas.microsoft.com/office/drawing/2014/main" id="{59CA19D2-789D-5090-9F19-76E166D239C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14400" y="1714500"/>
            <a:ext cx="16383000" cy="83820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775094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C6F04B-54CF-94B7-C70C-8A0A8A301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>
            <a:extLst>
              <a:ext uri="{FF2B5EF4-FFF2-40B4-BE49-F238E27FC236}">
                <a16:creationId xmlns:a16="http://schemas.microsoft.com/office/drawing/2014/main" id="{7D6A3B9B-BF7B-B500-AD7B-DBC0455D1210}"/>
              </a:ext>
            </a:extLst>
          </p:cNvPr>
          <p:cNvSpPr txBox="1"/>
          <p:nvPr/>
        </p:nvSpPr>
        <p:spPr>
          <a:xfrm>
            <a:off x="2931426" y="2420050"/>
            <a:ext cx="12817400" cy="64715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6FC71F85-F560-17F4-4029-2526C6322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92B330-1D35-E309-B24E-D4140DD3C417}"/>
              </a:ext>
            </a:extLst>
          </p:cNvPr>
          <p:cNvSpPr txBox="1"/>
          <p:nvPr/>
        </p:nvSpPr>
        <p:spPr>
          <a:xfrm>
            <a:off x="3200400" y="1611255"/>
            <a:ext cx="11201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824411-8076-45DB-D1C4-B15502F04E55}"/>
              </a:ext>
            </a:extLst>
          </p:cNvPr>
          <p:cNvSpPr txBox="1"/>
          <p:nvPr/>
        </p:nvSpPr>
        <p:spPr>
          <a:xfrm>
            <a:off x="3417478" y="2805141"/>
            <a:ext cx="11441522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This project used the </a:t>
            </a:r>
            <a:r>
              <a:rPr lang="en-US" sz="3200" b="1" dirty="0"/>
              <a:t>Prototyping Model</a:t>
            </a:r>
            <a:r>
              <a:rPr lang="en-US" sz="3200" dirty="0"/>
              <a:t> for system development.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Data was collected using </a:t>
            </a:r>
            <a:r>
              <a:rPr lang="en-US" sz="3200" b="1" dirty="0"/>
              <a:t>primary</a:t>
            </a:r>
            <a:r>
              <a:rPr lang="en-US" sz="3200" dirty="0"/>
              <a:t> and </a:t>
            </a:r>
            <a:r>
              <a:rPr lang="en-US" sz="3200" b="1" dirty="0"/>
              <a:t>secondary</a:t>
            </a:r>
            <a:r>
              <a:rPr lang="en-US" sz="3200" dirty="0"/>
              <a:t> data collection methods.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Primary data was collected through a </a:t>
            </a:r>
            <a:r>
              <a:rPr lang="en-US" sz="3200" b="1" dirty="0"/>
              <a:t>closed-ended questionnaire</a:t>
            </a:r>
            <a:r>
              <a:rPr lang="en-US" sz="3200" dirty="0"/>
              <a:t>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Secondary data was collected through review of books, journals, previous studies, project reports, and technical documentation.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System development involved requirement analysis, system design, prototype development, testing, and refinement.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The final deliverables included a cloud-based admin dashboard, captive portal billing module, router monitoring module, and system reports.</a:t>
            </a:r>
          </a:p>
        </p:txBody>
      </p:sp>
    </p:spTree>
    <p:extLst>
      <p:ext uri="{BB962C8B-B14F-4D97-AF65-F5344CB8AC3E}">
        <p14:creationId xmlns:p14="http://schemas.microsoft.com/office/powerpoint/2010/main" val="2009152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5FBF85-2820-04BC-69B9-E7F02F4F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>
            <a:extLst>
              <a:ext uri="{FF2B5EF4-FFF2-40B4-BE49-F238E27FC236}">
                <a16:creationId xmlns:a16="http://schemas.microsoft.com/office/drawing/2014/main" id="{B8E6510D-1692-218B-8E30-8AD35ABF91D8}"/>
              </a:ext>
            </a:extLst>
          </p:cNvPr>
          <p:cNvSpPr txBox="1"/>
          <p:nvPr/>
        </p:nvSpPr>
        <p:spPr>
          <a:xfrm>
            <a:off x="2931426" y="2432891"/>
            <a:ext cx="12817400" cy="621393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20E463F8-813C-6032-5215-FAD774D8C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3F70D0-E9D4-1338-73B0-733F807BF28F}"/>
              </a:ext>
            </a:extLst>
          </p:cNvPr>
          <p:cNvSpPr txBox="1"/>
          <p:nvPr/>
        </p:nvSpPr>
        <p:spPr>
          <a:xfrm>
            <a:off x="3739426" y="1104900"/>
            <a:ext cx="11201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/>
              <a:t>Prototyping Model Overview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32960B2-D0AF-581C-3DCD-5BCFDBE98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179"/>
          <a:stretch>
            <a:fillRect/>
          </a:stretch>
        </p:blipFill>
        <p:spPr>
          <a:xfrm>
            <a:off x="4085116" y="2119909"/>
            <a:ext cx="9372600" cy="675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139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EB0EA5-3EEC-BA4F-E04A-C8D7A76CC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>
            <a:extLst>
              <a:ext uri="{FF2B5EF4-FFF2-40B4-BE49-F238E27FC236}">
                <a16:creationId xmlns:a16="http://schemas.microsoft.com/office/drawing/2014/main" id="{5545C3D1-D97E-EB81-A263-091915B807F4}"/>
              </a:ext>
            </a:extLst>
          </p:cNvPr>
          <p:cNvSpPr txBox="1"/>
          <p:nvPr/>
        </p:nvSpPr>
        <p:spPr>
          <a:xfrm>
            <a:off x="2931426" y="2432891"/>
            <a:ext cx="12817400" cy="621393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CFB16521-59F8-50B5-FF99-8DEE2548D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085889-3E55-EFB5-74C5-66ACF7EB98D1}"/>
              </a:ext>
            </a:extLst>
          </p:cNvPr>
          <p:cNvSpPr txBox="1"/>
          <p:nvPr/>
        </p:nvSpPr>
        <p:spPr>
          <a:xfrm>
            <a:off x="3739426" y="1104900"/>
            <a:ext cx="11201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800" b="1" dirty="0"/>
              <a:t>SYSTEM DEVELOPMENT TOOLS AND TECHNOLOGIES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5C03D3-D18F-E752-6D04-0D357533B038}"/>
              </a:ext>
            </a:extLst>
          </p:cNvPr>
          <p:cNvSpPr txBox="1"/>
          <p:nvPr/>
        </p:nvSpPr>
        <p:spPr>
          <a:xfrm>
            <a:off x="2819400" y="2933701"/>
            <a:ext cx="108966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React / Vite — used to develop the captive portal and admin dashboard.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Spring Boot — used to develop the backend system logic.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PostgreSQL — used to store users, routers, payments, plans, and sessions.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OpenWrt</a:t>
            </a:r>
            <a:r>
              <a:rPr lang="en-US" sz="3200" dirty="0"/>
              <a:t> / </a:t>
            </a:r>
            <a:r>
              <a:rPr lang="en-US" sz="3200" dirty="0" err="1"/>
              <a:t>openNDS</a:t>
            </a:r>
            <a:r>
              <a:rPr lang="en-US" sz="3200" dirty="0"/>
              <a:t> — used for hotspot router testing and captive portal redirection.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REST API — used for communication between frontend, backend, router, and payment module.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GNS3 / VirtualBox — used to simulate and test the network environment.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Draw.io — used to design system diagrams.</a:t>
            </a:r>
          </a:p>
        </p:txBody>
      </p:sp>
    </p:spTree>
    <p:extLst>
      <p:ext uri="{BB962C8B-B14F-4D97-AF65-F5344CB8AC3E}">
        <p14:creationId xmlns:p14="http://schemas.microsoft.com/office/powerpoint/2010/main" val="3661392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73461-2D52-E243-80D5-CBAAE7A46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>
            <a:extLst>
              <a:ext uri="{FF2B5EF4-FFF2-40B4-BE49-F238E27FC236}">
                <a16:creationId xmlns:a16="http://schemas.microsoft.com/office/drawing/2014/main" id="{E8D479AA-8E70-6189-F90A-8488FE160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F8C457-4886-C45A-2941-3F67FCA5F49C}"/>
              </a:ext>
            </a:extLst>
          </p:cNvPr>
          <p:cNvSpPr txBox="1"/>
          <p:nvPr/>
        </p:nvSpPr>
        <p:spPr>
          <a:xfrm>
            <a:off x="2057399" y="2247900"/>
            <a:ext cx="149413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DATA COLLECTION METHOD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0C38FA-4BBD-F22A-52F5-D4A3BF94C6EC}"/>
              </a:ext>
            </a:extLst>
          </p:cNvPr>
          <p:cNvSpPr txBox="1"/>
          <p:nvPr/>
        </p:nvSpPr>
        <p:spPr>
          <a:xfrm>
            <a:off x="7239000" y="407670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EFDA760B-136F-6FE2-7087-DAB24C578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2354" y="3228671"/>
            <a:ext cx="14330246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Collected directly from respondents in marketplaces like Karume Market.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closed-ended questionnaire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(Yes/No, multiple choice, rating scales).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Respondents: Wi-Fi providers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hotspot operators, and Internet users.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 that focused: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Hotspot management practices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Billing/payment methods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mechanisms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and network monitoring challenges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satisfaction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879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1FB8A0-5051-03E5-525A-6A2FFAFA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>
            <a:extLst>
              <a:ext uri="{FF2B5EF4-FFF2-40B4-BE49-F238E27FC236}">
                <a16:creationId xmlns:a16="http://schemas.microsoft.com/office/drawing/2014/main" id="{198ED628-A7D9-2E1C-3CDD-0C36C8E54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B96A0D-0DFC-1F2D-0FA8-FA014B9CA899}"/>
              </a:ext>
            </a:extLst>
          </p:cNvPr>
          <p:cNvSpPr txBox="1"/>
          <p:nvPr/>
        </p:nvSpPr>
        <p:spPr>
          <a:xfrm>
            <a:off x="3200400" y="1611255"/>
            <a:ext cx="1120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/>
              <a:t>Secondary Data Collection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4A91D71A-C90C-DA83-6263-95F288FE4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1" y="2492874"/>
            <a:ext cx="13443166" cy="747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existing research, reports, and technical documentation.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cloud architecture, centralized management, and client-server communication from cloud computing and computer networking books. Online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hotspot authentication, captive portal access, billing mechanisms, and user access control from academic journals and research papers.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Like. Wiederkehr (2009); Saliu et al. (2013)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gaps in multi-router management, mobile money payment, and router monitoring from previous Internet billing project reports.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Owoh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guide hotspot router configuration, captive portal redirection, and router-server communication using technical documentation.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MikroTik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OpenWrt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openNDS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668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9B546-2C93-DCF0-F425-2D2A6E2F3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>
            <a:extLst>
              <a:ext uri="{FF2B5EF4-FFF2-40B4-BE49-F238E27FC236}">
                <a16:creationId xmlns:a16="http://schemas.microsoft.com/office/drawing/2014/main" id="{23E982E6-DB17-3D22-A0D9-E6DE28866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A48078-79AE-6D1A-8AC6-0F51495172B8}"/>
              </a:ext>
            </a:extLst>
          </p:cNvPr>
          <p:cNvSpPr txBox="1"/>
          <p:nvPr/>
        </p:nvSpPr>
        <p:spPr>
          <a:xfrm>
            <a:off x="3200400" y="1611255"/>
            <a:ext cx="1120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DATA ANALYSIS</a:t>
            </a:r>
            <a:endParaRPr lang="en-US" sz="5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68BA2A-557A-40AD-9180-5B8B5E358749}"/>
              </a:ext>
            </a:extLst>
          </p:cNvPr>
          <p:cNvSpPr txBox="1"/>
          <p:nvPr/>
        </p:nvSpPr>
        <p:spPr>
          <a:xfrm>
            <a:off x="2496085" y="2671171"/>
            <a:ext cx="11201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CENTRALIZED MULTI-ROUTER MANAGEMENT</a:t>
            </a:r>
          </a:p>
        </p:txBody>
      </p:sp>
      <p:pic>
        <p:nvPicPr>
          <p:cNvPr id="4102" name="Picture 6" descr="Forms response chart. Question title: 9. How do you currently manage hotspot routers?. Number of responses: 43 responses.">
            <a:extLst>
              <a:ext uri="{FF2B5EF4-FFF2-40B4-BE49-F238E27FC236}">
                <a16:creationId xmlns:a16="http://schemas.microsoft.com/office/drawing/2014/main" id="{05BCF0D3-583D-9162-B77B-0003FCCD6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1" y="3392532"/>
            <a:ext cx="9220200" cy="5865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Forms response chart. Question title: 12. Do you think centralized hotspot management would improve your operations?. Number of responses: 43 responses.">
            <a:extLst>
              <a:ext uri="{FF2B5EF4-FFF2-40B4-BE49-F238E27FC236}">
                <a16:creationId xmlns:a16="http://schemas.microsoft.com/office/drawing/2014/main" id="{1191824F-1C78-670F-1002-CECAEC626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999" y="3439295"/>
            <a:ext cx="7848599" cy="581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505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0554EA-130F-5433-DBFE-65B888EFF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>
            <a:extLst>
              <a:ext uri="{FF2B5EF4-FFF2-40B4-BE49-F238E27FC236}">
                <a16:creationId xmlns:a16="http://schemas.microsoft.com/office/drawing/2014/main" id="{08C51301-5C48-7F0E-614D-5F0CB388D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842F2E-D0ED-122C-0377-4C868F0A65B3}"/>
              </a:ext>
            </a:extLst>
          </p:cNvPr>
          <p:cNvSpPr txBox="1"/>
          <p:nvPr/>
        </p:nvSpPr>
        <p:spPr>
          <a:xfrm>
            <a:off x="3200400" y="1611255"/>
            <a:ext cx="1120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DATA ANALYSIS</a:t>
            </a:r>
            <a:endParaRPr lang="en-US" sz="5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675AED-3577-E941-CD14-4D89C7D85399}"/>
              </a:ext>
            </a:extLst>
          </p:cNvPr>
          <p:cNvSpPr txBox="1"/>
          <p:nvPr/>
        </p:nvSpPr>
        <p:spPr>
          <a:xfrm>
            <a:off x="2496085" y="2671171"/>
            <a:ext cx="11201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CAPTIVE PORTAL AND BILLING</a:t>
            </a:r>
          </a:p>
        </p:txBody>
      </p:sp>
      <p:pic>
        <p:nvPicPr>
          <p:cNvPr id="5122" name="Picture 2" descr="Forms response chart. Question title: 11. How do users normally pay for Internet access?. Number of responses: 43 responses.">
            <a:extLst>
              <a:ext uri="{FF2B5EF4-FFF2-40B4-BE49-F238E27FC236}">
                <a16:creationId xmlns:a16="http://schemas.microsoft.com/office/drawing/2014/main" id="{8872D0C1-790F-4BE6-498F-71E9FDE2B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255946"/>
            <a:ext cx="8839200" cy="600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orms response chart. Question title: 13. Would automated billing systems improve hotspot service management?. Number of responses: 43 responses.">
            <a:extLst>
              <a:ext uri="{FF2B5EF4-FFF2-40B4-BE49-F238E27FC236}">
                <a16:creationId xmlns:a16="http://schemas.microsoft.com/office/drawing/2014/main" id="{FC6033FD-E408-A64D-DA41-5D2B5951E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3307548"/>
            <a:ext cx="8382000" cy="600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078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C5BEB-E3AC-4404-6FF6-105D5F1B3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>
            <a:extLst>
              <a:ext uri="{FF2B5EF4-FFF2-40B4-BE49-F238E27FC236}">
                <a16:creationId xmlns:a16="http://schemas.microsoft.com/office/drawing/2014/main" id="{49A5884B-0634-2271-26B7-F16989891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37EA56-E1B6-B873-5EBA-7F555002E43B}"/>
              </a:ext>
            </a:extLst>
          </p:cNvPr>
          <p:cNvSpPr txBox="1"/>
          <p:nvPr/>
        </p:nvSpPr>
        <p:spPr>
          <a:xfrm>
            <a:off x="3200400" y="1611255"/>
            <a:ext cx="1120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DATA ANALYSIS</a:t>
            </a:r>
            <a:endParaRPr lang="en-US" sz="5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96774F-716D-E6F7-C318-EAD6374A7C3E}"/>
              </a:ext>
            </a:extLst>
          </p:cNvPr>
          <p:cNvSpPr txBox="1"/>
          <p:nvPr/>
        </p:nvSpPr>
        <p:spPr>
          <a:xfrm>
            <a:off x="2496085" y="2671171"/>
            <a:ext cx="11201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ROUTER MONITORING</a:t>
            </a:r>
          </a:p>
        </p:txBody>
      </p:sp>
      <p:pic>
        <p:nvPicPr>
          <p:cNvPr id="6146" name="Picture 2" descr="Forms response chart. Question title: 17. Would hotspot systems automatically notify administrators when routers go offline improve reliability?. Number of responses: 80 responses.">
            <a:extLst>
              <a:ext uri="{FF2B5EF4-FFF2-40B4-BE49-F238E27FC236}">
                <a16:creationId xmlns:a16="http://schemas.microsoft.com/office/drawing/2014/main" id="{98C4C970-FCCF-0C61-4280-55B02ECDD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421107"/>
            <a:ext cx="14097000" cy="5741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537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9C625-51DE-3B54-2442-D097188CA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>
            <a:extLst>
              <a:ext uri="{FF2B5EF4-FFF2-40B4-BE49-F238E27FC236}">
                <a16:creationId xmlns:a16="http://schemas.microsoft.com/office/drawing/2014/main" id="{53DCD3C5-13AE-C928-BEEA-FC6CEB65F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EEA073-2958-6C57-D80A-2C3E8779A3D7}"/>
              </a:ext>
            </a:extLst>
          </p:cNvPr>
          <p:cNvSpPr txBox="1"/>
          <p:nvPr/>
        </p:nvSpPr>
        <p:spPr>
          <a:xfrm>
            <a:off x="3200400" y="1611255"/>
            <a:ext cx="1120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DATA ANALYSIS</a:t>
            </a:r>
            <a:endParaRPr lang="en-US" sz="5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A4837B-5F2F-FDA9-E4A7-1CF651E08CAC}"/>
              </a:ext>
            </a:extLst>
          </p:cNvPr>
          <p:cNvSpPr txBox="1"/>
          <p:nvPr/>
        </p:nvSpPr>
        <p:spPr>
          <a:xfrm>
            <a:off x="2496085" y="2671171"/>
            <a:ext cx="771471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Functional Requirements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User connects to Wi-Fi and opens captive portal.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User selects Internet plan.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User pays through mobile money.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System activates Internet access after payment.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Admin manages routers, users, plans, payments, and reports.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Router sends online/offline status to cloud server.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FE59F-46F2-FD6E-4E1E-9409C859453A}"/>
              </a:ext>
            </a:extLst>
          </p:cNvPr>
          <p:cNvSpPr txBox="1"/>
          <p:nvPr/>
        </p:nvSpPr>
        <p:spPr>
          <a:xfrm>
            <a:off x="10363200" y="2671171"/>
            <a:ext cx="6858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Non-Functional Requirements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Easy to use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Secure login and payment records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Fast response time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Reliable router monitoring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Scalable for many routers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Available through cloud access</a:t>
            </a:r>
          </a:p>
        </p:txBody>
      </p:sp>
    </p:spTree>
    <p:extLst>
      <p:ext uri="{BB962C8B-B14F-4D97-AF65-F5344CB8AC3E}">
        <p14:creationId xmlns:p14="http://schemas.microsoft.com/office/powerpoint/2010/main" val="4230288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EDF3CB-6337-4574-2165-DA0232C1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>
            <a:extLst>
              <a:ext uri="{FF2B5EF4-FFF2-40B4-BE49-F238E27FC236}">
                <a16:creationId xmlns:a16="http://schemas.microsoft.com/office/drawing/2014/main" id="{5BE702DF-B420-D326-48C0-BB306DE10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8DF2A-25BF-48F2-DCCD-4051586D945C}"/>
              </a:ext>
            </a:extLst>
          </p:cNvPr>
          <p:cNvSpPr txBox="1"/>
          <p:nvPr/>
        </p:nvSpPr>
        <p:spPr>
          <a:xfrm>
            <a:off x="3352800" y="2327344"/>
            <a:ext cx="650557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Main Modules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Captive Portal Module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Billing Module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Payment Module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Router Management Module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Router Monitoring Module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Admin Dashboard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Reports Module</a:t>
            </a:r>
          </a:p>
        </p:txBody>
      </p:sp>
    </p:spTree>
    <p:extLst>
      <p:ext uri="{BB962C8B-B14F-4D97-AF65-F5344CB8AC3E}">
        <p14:creationId xmlns:p14="http://schemas.microsoft.com/office/powerpoint/2010/main" val="465310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D94F85-2425-FDC4-9267-CBCFDED6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>
            <a:extLst>
              <a:ext uri="{FF2B5EF4-FFF2-40B4-BE49-F238E27FC236}">
                <a16:creationId xmlns:a16="http://schemas.microsoft.com/office/drawing/2014/main" id="{FD84914C-F523-6028-8398-972AEFB79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55B8F1-A059-9ED4-D435-5A4EBA550F5F}"/>
              </a:ext>
            </a:extLst>
          </p:cNvPr>
          <p:cNvSpPr txBox="1"/>
          <p:nvPr/>
        </p:nvSpPr>
        <p:spPr>
          <a:xfrm>
            <a:off x="4800600" y="180142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b="1" dirty="0"/>
              <a:t>USE CASE DIAGRAM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3D76038-545C-4616-9C0A-D246744173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" t="6554" r="3086" b="1939"/>
          <a:stretch>
            <a:fillRect/>
          </a:stretch>
        </p:blipFill>
        <p:spPr bwMode="auto">
          <a:xfrm>
            <a:off x="3962400" y="883728"/>
            <a:ext cx="10248900" cy="9220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944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FCFEA2-3619-7753-1D95-616A2072A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>
            <a:extLst>
              <a:ext uri="{FF2B5EF4-FFF2-40B4-BE49-F238E27FC236}">
                <a16:creationId xmlns:a16="http://schemas.microsoft.com/office/drawing/2014/main" id="{E97CC403-321F-6F62-16AC-62B96144B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2C74C8-E72C-725F-EA39-EFF8F4662FDC}"/>
              </a:ext>
            </a:extLst>
          </p:cNvPr>
          <p:cNvSpPr txBox="1"/>
          <p:nvPr/>
        </p:nvSpPr>
        <p:spPr>
          <a:xfrm>
            <a:off x="4800600" y="180142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b="1" dirty="0"/>
              <a:t>USE CASE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BF1D02-F8C1-E861-C823-4889E4322081}"/>
              </a:ext>
            </a:extLst>
          </p:cNvPr>
          <p:cNvSpPr txBox="1"/>
          <p:nvPr/>
        </p:nvSpPr>
        <p:spPr>
          <a:xfrm>
            <a:off x="2667000" y="2327344"/>
            <a:ext cx="60198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Actors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Hotspot User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Administrator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Hotspot Router(s)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Payment Platform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None/>
            </a:pPr>
            <a:r>
              <a:rPr lang="en-US" sz="3200" b="1" u="sng" dirty="0"/>
              <a:t>Main Use Cases</a:t>
            </a:r>
            <a:endParaRPr lang="en-US" sz="3200" u="sng" dirty="0"/>
          </a:p>
          <a:p>
            <a:pPr>
              <a:buNone/>
            </a:pPr>
            <a:r>
              <a:rPr lang="en-US" sz="3200" b="1" dirty="0"/>
              <a:t>Hotspot User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View Captive Portal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Select Internet Plan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Make Payment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Access Internet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Renew Internet Access </a:t>
            </a:r>
          </a:p>
          <a:p>
            <a:pPr>
              <a:buNone/>
            </a:pP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6B135D-B869-7A1F-04BF-47757B818C44}"/>
              </a:ext>
            </a:extLst>
          </p:cNvPr>
          <p:cNvSpPr txBox="1"/>
          <p:nvPr/>
        </p:nvSpPr>
        <p:spPr>
          <a:xfrm>
            <a:off x="9372600" y="2327344"/>
            <a:ext cx="66294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800" b="1" dirty="0"/>
              <a:t>Administrator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Admin Login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Register Router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Manage Multiple Routers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View Router List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Monitor Router Status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View Online/Offline Status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View Connected Users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Manage Internet Plans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View Payments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Generate Reports</a:t>
            </a:r>
          </a:p>
          <a:p>
            <a:pPr>
              <a:buNone/>
            </a:pPr>
            <a:r>
              <a:rPr lang="en-US" sz="2800" b="1" dirty="0"/>
              <a:t>Hotspot Router(s)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Redirect User to Captive Portal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Send Router Heartbeat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Send Connected User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Allow User Access </a:t>
            </a:r>
          </a:p>
          <a:p>
            <a:pPr>
              <a:buNone/>
            </a:pPr>
            <a:r>
              <a:rPr lang="en-US" sz="2800" b="1" dirty="0"/>
              <a:t>Payment Platform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Confirm Payment</a:t>
            </a:r>
          </a:p>
        </p:txBody>
      </p:sp>
    </p:spTree>
    <p:extLst>
      <p:ext uri="{BB962C8B-B14F-4D97-AF65-F5344CB8AC3E}">
        <p14:creationId xmlns:p14="http://schemas.microsoft.com/office/powerpoint/2010/main" val="2317538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103575" y="2500670"/>
            <a:ext cx="2080850" cy="1515913"/>
          </a:xfrm>
          <a:custGeom>
            <a:avLst/>
            <a:gdLst/>
            <a:ahLst/>
            <a:cxnLst/>
            <a:rect l="l" t="t" r="r" b="b"/>
            <a:pathLst>
              <a:path w="2080850" h="1515913">
                <a:moveTo>
                  <a:pt x="0" y="0"/>
                </a:moveTo>
                <a:lnTo>
                  <a:pt x="2080850" y="0"/>
                </a:lnTo>
                <a:lnTo>
                  <a:pt x="2080850" y="1515914"/>
                </a:lnTo>
                <a:lnTo>
                  <a:pt x="0" y="15159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013131" y="3908425"/>
            <a:ext cx="10261737" cy="222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129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6195</TotalTime>
  <Words>1177</Words>
  <Application>Microsoft Office PowerPoint</Application>
  <PresentationFormat>Custom</PresentationFormat>
  <Paragraphs>180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Calibri</vt:lpstr>
      <vt:lpstr>Proxima Nova Bold</vt:lpstr>
      <vt:lpstr>Arial</vt:lpstr>
      <vt:lpstr>Wingdings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Black Minimalist Simple Project Presentation</dc:title>
  <dc:creator>shabilu hamisi</dc:creator>
  <cp:lastModifiedBy>shabilu hamisi</cp:lastModifiedBy>
  <cp:revision>5</cp:revision>
  <dcterms:created xsi:type="dcterms:W3CDTF">2006-08-16T00:00:00Z</dcterms:created>
  <dcterms:modified xsi:type="dcterms:W3CDTF">2026-05-20T19:11:16Z</dcterms:modified>
  <dc:identifier>DAG8s7PmW5I</dc:identifier>
</cp:coreProperties>
</file>